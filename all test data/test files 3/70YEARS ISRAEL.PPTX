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notesMasterIdLst>
    <p:notesMasterId r:id="rId21"/>
  </p:notesMasterIdLst>
  <p:sldIdLst>
    <p:sldId id="266" r:id="rId2"/>
    <p:sldId id="269" r:id="rId3"/>
    <p:sldId id="283" r:id="rId4"/>
    <p:sldId id="270" r:id="rId5"/>
    <p:sldId id="267" r:id="rId6"/>
    <p:sldId id="285" r:id="rId7"/>
    <p:sldId id="258" r:id="rId8"/>
    <p:sldId id="287" r:id="rId9"/>
    <p:sldId id="259" r:id="rId10"/>
    <p:sldId id="274" r:id="rId11"/>
    <p:sldId id="273" r:id="rId12"/>
    <p:sldId id="276" r:id="rId13"/>
    <p:sldId id="275" r:id="rId14"/>
    <p:sldId id="281" r:id="rId15"/>
    <p:sldId id="282" r:id="rId16"/>
    <p:sldId id="286" r:id="rId17"/>
    <p:sldId id="278" r:id="rId18"/>
    <p:sldId id="260" r:id="rId19"/>
    <p:sldId id="265" r:id="rId20"/>
  </p:sldIdLst>
  <p:sldSz cx="9144000" cy="6858000" type="screen4x3"/>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4380"/>
    <p:restoredTop sz="94660"/>
  </p:normalViewPr>
  <p:slideViewPr>
    <p:cSldViewPr>
      <p:cViewPr>
        <p:scale>
          <a:sx n="75" d="100"/>
          <a:sy n="75" d="100"/>
        </p:scale>
        <p:origin x="-2664" y="-96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C2104DD-8DB5-406C-A6AD-31775E32ECBE}" type="doc">
      <dgm:prSet loTypeId="urn:microsoft.com/office/officeart/2011/layout/HexagonRadial" loCatId="cycle" qsTypeId="urn:microsoft.com/office/officeart/2005/8/quickstyle/simple1" qsCatId="simple" csTypeId="urn:microsoft.com/office/officeart/2005/8/colors/accent1_2" csCatId="accent1" phldr="1"/>
      <dgm:spPr/>
      <dgm:t>
        <a:bodyPr/>
        <a:lstStyle/>
        <a:p>
          <a:pPr rtl="1"/>
          <a:endParaRPr lang="he-IL"/>
        </a:p>
      </dgm:t>
    </dgm:pt>
    <dgm:pt modelId="{FA714220-35C3-4776-8D3D-8D9D49D740DC}">
      <dgm:prSet phldrT="[טקסט]" custT="1"/>
      <dgm:spPr/>
      <dgm:t>
        <a:bodyPr/>
        <a:lstStyle/>
        <a:p>
          <a:pPr rtl="1"/>
          <a:r>
            <a:rPr lang="he-IL" sz="3200" b="1" dirty="0" smtClean="0"/>
            <a:t>2008 </a:t>
          </a:r>
          <a:r>
            <a:rPr lang="he-IL" sz="2300" b="1" dirty="0" smtClean="0"/>
            <a:t>– </a:t>
          </a:r>
          <a:r>
            <a:rPr lang="he-IL" sz="3200" b="1" dirty="0" smtClean="0"/>
            <a:t>2018</a:t>
          </a:r>
          <a:r>
            <a:rPr lang="he-IL" sz="2300" b="1" dirty="0" smtClean="0"/>
            <a:t> </a:t>
          </a:r>
          <a:endParaRPr lang="he-IL" sz="2300" b="1" dirty="0"/>
        </a:p>
      </dgm:t>
    </dgm:pt>
    <dgm:pt modelId="{7FE78FEB-10C1-42B5-B861-F4600DC3B082}" type="parTrans" cxnId="{C5C75665-EECC-4F6E-8E67-0901F1B9D3C1}">
      <dgm:prSet/>
      <dgm:spPr/>
      <dgm:t>
        <a:bodyPr/>
        <a:lstStyle/>
        <a:p>
          <a:pPr rtl="1"/>
          <a:endParaRPr lang="he-IL"/>
        </a:p>
      </dgm:t>
    </dgm:pt>
    <dgm:pt modelId="{C3AC29A3-1988-476D-9919-55CCBE0AE02C}" type="sibTrans" cxnId="{C5C75665-EECC-4F6E-8E67-0901F1B9D3C1}">
      <dgm:prSet/>
      <dgm:spPr/>
      <dgm:t>
        <a:bodyPr/>
        <a:lstStyle/>
        <a:p>
          <a:pPr rtl="1"/>
          <a:endParaRPr lang="he-IL"/>
        </a:p>
      </dgm:t>
    </dgm:pt>
    <dgm:pt modelId="{D52C7165-A110-46EA-8A50-D1CE110762AF}">
      <dgm:prSet phldrT="[טקסט]" custT="1"/>
      <dgm:spPr/>
      <dgm:t>
        <a:bodyPr/>
        <a:lstStyle/>
        <a:p>
          <a:pPr algn="l" rtl="1"/>
          <a:r>
            <a:rPr lang="he-IL" sz="2300" b="0" dirty="0" smtClean="0">
              <a:latin typeface="David" panose="020E0502060401010101" pitchFamily="34" charset="-79"/>
              <a:cs typeface="+mn-cs"/>
            </a:rPr>
            <a:t>1948</a:t>
          </a:r>
          <a:r>
            <a:rPr lang="he-IL" sz="2000" b="1" dirty="0" smtClean="0">
              <a:latin typeface="David" panose="020E0502060401010101" pitchFamily="34" charset="-79"/>
              <a:cs typeface="David" panose="020E0502060401010101" pitchFamily="34" charset="-79"/>
            </a:rPr>
            <a:t> -     </a:t>
          </a:r>
          <a:r>
            <a:rPr lang="he-IL" sz="2300" b="0" dirty="0" smtClean="0">
              <a:latin typeface="David" panose="020E0502060401010101" pitchFamily="34" charset="-79"/>
              <a:cs typeface="+mn-cs"/>
            </a:rPr>
            <a:t>1958 </a:t>
          </a:r>
          <a:endParaRPr lang="he-IL" sz="2300" b="0" dirty="0">
            <a:latin typeface="David" panose="020E0502060401010101" pitchFamily="34" charset="-79"/>
            <a:cs typeface="+mn-cs"/>
          </a:endParaRPr>
        </a:p>
      </dgm:t>
    </dgm:pt>
    <dgm:pt modelId="{A250D5FF-14D7-4FC3-983C-C7B1D11961C0}" type="parTrans" cxnId="{2CD7364C-C24A-4AD0-8031-93F01BF9E5F3}">
      <dgm:prSet/>
      <dgm:spPr/>
      <dgm:t>
        <a:bodyPr/>
        <a:lstStyle/>
        <a:p>
          <a:pPr rtl="1"/>
          <a:endParaRPr lang="he-IL"/>
        </a:p>
      </dgm:t>
    </dgm:pt>
    <dgm:pt modelId="{5477C315-B135-4350-BB34-13D4FFFA5809}" type="sibTrans" cxnId="{2CD7364C-C24A-4AD0-8031-93F01BF9E5F3}">
      <dgm:prSet/>
      <dgm:spPr/>
      <dgm:t>
        <a:bodyPr/>
        <a:lstStyle/>
        <a:p>
          <a:pPr rtl="1"/>
          <a:endParaRPr lang="he-IL"/>
        </a:p>
      </dgm:t>
    </dgm:pt>
    <dgm:pt modelId="{FC345504-6BEC-4E62-82CB-7FB0B8BEE578}">
      <dgm:prSet phldrT="[טקסט]"/>
      <dgm:spPr/>
      <dgm:t>
        <a:bodyPr/>
        <a:lstStyle/>
        <a:p>
          <a:pPr rtl="1"/>
          <a:r>
            <a:rPr lang="he-IL" dirty="0" smtClean="0"/>
            <a:t>1958 - 1968</a:t>
          </a:r>
          <a:endParaRPr lang="he-IL" dirty="0"/>
        </a:p>
      </dgm:t>
    </dgm:pt>
    <dgm:pt modelId="{90132D9C-4482-4F57-8D56-D88E8E0E951D}" type="parTrans" cxnId="{0DCC5019-7BF5-4E11-836D-0DEE1C4BDEE9}">
      <dgm:prSet/>
      <dgm:spPr/>
      <dgm:t>
        <a:bodyPr/>
        <a:lstStyle/>
        <a:p>
          <a:pPr rtl="1"/>
          <a:endParaRPr lang="he-IL"/>
        </a:p>
      </dgm:t>
    </dgm:pt>
    <dgm:pt modelId="{35D3B738-7D75-4AF1-898E-86DAAFDE67D9}" type="sibTrans" cxnId="{0DCC5019-7BF5-4E11-836D-0DEE1C4BDEE9}">
      <dgm:prSet/>
      <dgm:spPr/>
      <dgm:t>
        <a:bodyPr/>
        <a:lstStyle/>
        <a:p>
          <a:pPr rtl="1"/>
          <a:endParaRPr lang="he-IL"/>
        </a:p>
      </dgm:t>
    </dgm:pt>
    <dgm:pt modelId="{8EDB9C2D-6371-452B-9AFA-C91B403ED4BF}">
      <dgm:prSet phldrT="[טקסט]"/>
      <dgm:spPr/>
      <dgm:t>
        <a:bodyPr/>
        <a:lstStyle/>
        <a:p>
          <a:pPr rtl="1"/>
          <a:r>
            <a:rPr lang="he-IL" dirty="0" smtClean="0"/>
            <a:t>1968 - 1978</a:t>
          </a:r>
          <a:endParaRPr lang="he-IL" dirty="0"/>
        </a:p>
      </dgm:t>
    </dgm:pt>
    <dgm:pt modelId="{938F56F7-AB87-4469-96E2-264CA2807427}" type="parTrans" cxnId="{DDAAD8FB-7443-4542-9655-2F4157A6940B}">
      <dgm:prSet/>
      <dgm:spPr/>
      <dgm:t>
        <a:bodyPr/>
        <a:lstStyle/>
        <a:p>
          <a:pPr rtl="1"/>
          <a:endParaRPr lang="he-IL"/>
        </a:p>
      </dgm:t>
    </dgm:pt>
    <dgm:pt modelId="{B8E3B339-5AB2-426F-B50F-3089C4B9FE86}" type="sibTrans" cxnId="{DDAAD8FB-7443-4542-9655-2F4157A6940B}">
      <dgm:prSet/>
      <dgm:spPr/>
      <dgm:t>
        <a:bodyPr/>
        <a:lstStyle/>
        <a:p>
          <a:pPr rtl="1"/>
          <a:endParaRPr lang="he-IL"/>
        </a:p>
      </dgm:t>
    </dgm:pt>
    <dgm:pt modelId="{B97671AB-4977-44FD-800B-DD95972C6656}">
      <dgm:prSet phldrT="[טקסט]"/>
      <dgm:spPr/>
      <dgm:t>
        <a:bodyPr/>
        <a:lstStyle/>
        <a:p>
          <a:pPr rtl="1"/>
          <a:r>
            <a:rPr lang="he-IL" dirty="0" smtClean="0"/>
            <a:t>1978 - 1988</a:t>
          </a:r>
          <a:endParaRPr lang="he-IL" dirty="0"/>
        </a:p>
      </dgm:t>
    </dgm:pt>
    <dgm:pt modelId="{92354226-B430-4178-90B3-E0BBE18AFFB8}" type="parTrans" cxnId="{EF85B73F-6B5D-484A-AAFD-687DDD2A9B65}">
      <dgm:prSet/>
      <dgm:spPr/>
      <dgm:t>
        <a:bodyPr/>
        <a:lstStyle/>
        <a:p>
          <a:pPr rtl="1"/>
          <a:endParaRPr lang="he-IL"/>
        </a:p>
      </dgm:t>
    </dgm:pt>
    <dgm:pt modelId="{ABA46689-ACD8-4C7D-A2D7-E9114DB7A570}" type="sibTrans" cxnId="{EF85B73F-6B5D-484A-AAFD-687DDD2A9B65}">
      <dgm:prSet/>
      <dgm:spPr/>
      <dgm:t>
        <a:bodyPr/>
        <a:lstStyle/>
        <a:p>
          <a:pPr rtl="1"/>
          <a:endParaRPr lang="he-IL"/>
        </a:p>
      </dgm:t>
    </dgm:pt>
    <dgm:pt modelId="{4B85885F-9125-4EC1-90CB-00082BAC2179}">
      <dgm:prSet phldrT="[טקסט]"/>
      <dgm:spPr/>
      <dgm:t>
        <a:bodyPr/>
        <a:lstStyle/>
        <a:p>
          <a:pPr rtl="1"/>
          <a:r>
            <a:rPr lang="he-IL" dirty="0" smtClean="0"/>
            <a:t>1988 - 1998</a:t>
          </a:r>
          <a:endParaRPr lang="he-IL" dirty="0"/>
        </a:p>
      </dgm:t>
    </dgm:pt>
    <dgm:pt modelId="{AFEFC98F-C3C8-4072-851B-87B9E61D51A3}" type="parTrans" cxnId="{558E4A82-2CB9-412A-8772-879D5CAE1D48}">
      <dgm:prSet/>
      <dgm:spPr/>
      <dgm:t>
        <a:bodyPr/>
        <a:lstStyle/>
        <a:p>
          <a:pPr rtl="1"/>
          <a:endParaRPr lang="he-IL"/>
        </a:p>
      </dgm:t>
    </dgm:pt>
    <dgm:pt modelId="{AB45A1A8-AD0E-4541-97B0-A6A7F032EB97}" type="sibTrans" cxnId="{558E4A82-2CB9-412A-8772-879D5CAE1D48}">
      <dgm:prSet/>
      <dgm:spPr/>
      <dgm:t>
        <a:bodyPr/>
        <a:lstStyle/>
        <a:p>
          <a:pPr rtl="1"/>
          <a:endParaRPr lang="he-IL"/>
        </a:p>
      </dgm:t>
    </dgm:pt>
    <dgm:pt modelId="{87989298-2D61-4413-8824-37A412806200}">
      <dgm:prSet phldrT="[טקסט]"/>
      <dgm:spPr/>
      <dgm:t>
        <a:bodyPr/>
        <a:lstStyle/>
        <a:p>
          <a:pPr rtl="1"/>
          <a:r>
            <a:rPr lang="he-IL" dirty="0" smtClean="0"/>
            <a:t>1998 - 2008</a:t>
          </a:r>
          <a:endParaRPr lang="he-IL" dirty="0"/>
        </a:p>
      </dgm:t>
    </dgm:pt>
    <dgm:pt modelId="{DE24286B-5018-4C26-BF08-4B72943859F7}" type="parTrans" cxnId="{FBABC6D1-AC8F-451C-AC8F-1818228006C3}">
      <dgm:prSet/>
      <dgm:spPr/>
      <dgm:t>
        <a:bodyPr/>
        <a:lstStyle/>
        <a:p>
          <a:pPr rtl="1"/>
          <a:endParaRPr lang="he-IL"/>
        </a:p>
      </dgm:t>
    </dgm:pt>
    <dgm:pt modelId="{0021B319-EBD8-404D-B4C0-F479990930A2}" type="sibTrans" cxnId="{FBABC6D1-AC8F-451C-AC8F-1818228006C3}">
      <dgm:prSet/>
      <dgm:spPr/>
      <dgm:t>
        <a:bodyPr/>
        <a:lstStyle/>
        <a:p>
          <a:pPr rtl="1"/>
          <a:endParaRPr lang="he-IL"/>
        </a:p>
      </dgm:t>
    </dgm:pt>
    <dgm:pt modelId="{0DCA31A8-0EEC-4DC0-9C59-916595A4B711}" type="pres">
      <dgm:prSet presAssocID="{3C2104DD-8DB5-406C-A6AD-31775E32ECBE}" presName="Name0" presStyleCnt="0">
        <dgm:presLayoutVars>
          <dgm:chMax val="1"/>
          <dgm:chPref val="1"/>
          <dgm:dir/>
          <dgm:animOne val="branch"/>
          <dgm:animLvl val="lvl"/>
        </dgm:presLayoutVars>
      </dgm:prSet>
      <dgm:spPr/>
      <dgm:t>
        <a:bodyPr/>
        <a:lstStyle/>
        <a:p>
          <a:pPr rtl="1"/>
          <a:endParaRPr lang="he-IL"/>
        </a:p>
      </dgm:t>
    </dgm:pt>
    <dgm:pt modelId="{477EC220-241B-4C2A-BF7C-BBE1FE6B0179}" type="pres">
      <dgm:prSet presAssocID="{FA714220-35C3-4776-8D3D-8D9D49D740DC}" presName="Parent" presStyleLbl="node0" presStyleIdx="0" presStyleCnt="1" custLinFactNeighborX="1059" custLinFactNeighborY="-1034">
        <dgm:presLayoutVars>
          <dgm:chMax val="6"/>
          <dgm:chPref val="6"/>
        </dgm:presLayoutVars>
      </dgm:prSet>
      <dgm:spPr/>
      <dgm:t>
        <a:bodyPr/>
        <a:lstStyle/>
        <a:p>
          <a:pPr rtl="1"/>
          <a:endParaRPr lang="he-IL"/>
        </a:p>
      </dgm:t>
    </dgm:pt>
    <dgm:pt modelId="{24DFB472-94E4-40F3-AD46-9EB2B8EF21F5}" type="pres">
      <dgm:prSet presAssocID="{D52C7165-A110-46EA-8A50-D1CE110762AF}" presName="Accent1" presStyleCnt="0"/>
      <dgm:spPr/>
    </dgm:pt>
    <dgm:pt modelId="{40581E5C-9753-45D9-8714-18F7542A2A0C}" type="pres">
      <dgm:prSet presAssocID="{D52C7165-A110-46EA-8A50-D1CE110762AF}" presName="Accent" presStyleLbl="bgShp" presStyleIdx="0" presStyleCnt="6"/>
      <dgm:spPr/>
    </dgm:pt>
    <dgm:pt modelId="{0FF42936-FBC7-437F-8936-C9B9DA75ABFD}" type="pres">
      <dgm:prSet presAssocID="{D52C7165-A110-46EA-8A50-D1CE110762AF}" presName="Child1" presStyleLbl="node1" presStyleIdx="0" presStyleCnt="6" custLinFactNeighborX="-2943" custLinFactNeighborY="1335">
        <dgm:presLayoutVars>
          <dgm:chMax val="0"/>
          <dgm:chPref val="0"/>
          <dgm:bulletEnabled val="1"/>
        </dgm:presLayoutVars>
      </dgm:prSet>
      <dgm:spPr/>
      <dgm:t>
        <a:bodyPr/>
        <a:lstStyle/>
        <a:p>
          <a:pPr rtl="1"/>
          <a:endParaRPr lang="he-IL"/>
        </a:p>
      </dgm:t>
    </dgm:pt>
    <dgm:pt modelId="{42F5F882-1081-4E76-ABCD-0444FC02D4D5}" type="pres">
      <dgm:prSet presAssocID="{FC345504-6BEC-4E62-82CB-7FB0B8BEE578}" presName="Accent2" presStyleCnt="0"/>
      <dgm:spPr/>
    </dgm:pt>
    <dgm:pt modelId="{2183C64F-B674-446C-A7C9-66C1B2595886}" type="pres">
      <dgm:prSet presAssocID="{FC345504-6BEC-4E62-82CB-7FB0B8BEE578}" presName="Accent" presStyleLbl="bgShp" presStyleIdx="1" presStyleCnt="6"/>
      <dgm:spPr/>
    </dgm:pt>
    <dgm:pt modelId="{D70B6642-7642-4199-9CA9-A0E6855A49B1}" type="pres">
      <dgm:prSet presAssocID="{FC345504-6BEC-4E62-82CB-7FB0B8BEE578}" presName="Child2" presStyleLbl="node1" presStyleIdx="1" presStyleCnt="6">
        <dgm:presLayoutVars>
          <dgm:chMax val="0"/>
          <dgm:chPref val="0"/>
          <dgm:bulletEnabled val="1"/>
        </dgm:presLayoutVars>
      </dgm:prSet>
      <dgm:spPr/>
      <dgm:t>
        <a:bodyPr/>
        <a:lstStyle/>
        <a:p>
          <a:pPr rtl="1"/>
          <a:endParaRPr lang="he-IL"/>
        </a:p>
      </dgm:t>
    </dgm:pt>
    <dgm:pt modelId="{EE039999-0562-4DD3-8778-F78013B7BE9E}" type="pres">
      <dgm:prSet presAssocID="{8EDB9C2D-6371-452B-9AFA-C91B403ED4BF}" presName="Accent3" presStyleCnt="0"/>
      <dgm:spPr/>
    </dgm:pt>
    <dgm:pt modelId="{C9AB08D3-53D4-42C6-B2CB-327F5F3B662B}" type="pres">
      <dgm:prSet presAssocID="{8EDB9C2D-6371-452B-9AFA-C91B403ED4BF}" presName="Accent" presStyleLbl="bgShp" presStyleIdx="2" presStyleCnt="6"/>
      <dgm:spPr/>
    </dgm:pt>
    <dgm:pt modelId="{12FA1F9D-EE18-452F-BC1B-34C8A7D7C19B}" type="pres">
      <dgm:prSet presAssocID="{8EDB9C2D-6371-452B-9AFA-C91B403ED4BF}" presName="Child3" presStyleLbl="node1" presStyleIdx="2" presStyleCnt="6">
        <dgm:presLayoutVars>
          <dgm:chMax val="0"/>
          <dgm:chPref val="0"/>
          <dgm:bulletEnabled val="1"/>
        </dgm:presLayoutVars>
      </dgm:prSet>
      <dgm:spPr/>
      <dgm:t>
        <a:bodyPr/>
        <a:lstStyle/>
        <a:p>
          <a:pPr rtl="1"/>
          <a:endParaRPr lang="he-IL"/>
        </a:p>
      </dgm:t>
    </dgm:pt>
    <dgm:pt modelId="{763D9881-3680-4977-B262-810D08D4DC44}" type="pres">
      <dgm:prSet presAssocID="{B97671AB-4977-44FD-800B-DD95972C6656}" presName="Accent4" presStyleCnt="0"/>
      <dgm:spPr/>
    </dgm:pt>
    <dgm:pt modelId="{5DB1BC11-4FA2-47E8-9D1F-F59B5F6BBA5E}" type="pres">
      <dgm:prSet presAssocID="{B97671AB-4977-44FD-800B-DD95972C6656}" presName="Accent" presStyleLbl="bgShp" presStyleIdx="3" presStyleCnt="6"/>
      <dgm:spPr/>
    </dgm:pt>
    <dgm:pt modelId="{38141708-19C2-49F1-8E34-2AD164EFE245}" type="pres">
      <dgm:prSet presAssocID="{B97671AB-4977-44FD-800B-DD95972C6656}" presName="Child4" presStyleLbl="node1" presStyleIdx="3" presStyleCnt="6" custLinFactNeighborX="2330" custLinFactNeighborY="1143">
        <dgm:presLayoutVars>
          <dgm:chMax val="0"/>
          <dgm:chPref val="0"/>
          <dgm:bulletEnabled val="1"/>
        </dgm:presLayoutVars>
      </dgm:prSet>
      <dgm:spPr/>
      <dgm:t>
        <a:bodyPr/>
        <a:lstStyle/>
        <a:p>
          <a:pPr rtl="1"/>
          <a:endParaRPr lang="he-IL"/>
        </a:p>
      </dgm:t>
    </dgm:pt>
    <dgm:pt modelId="{46D1D713-46D5-4090-872B-03DA2566953F}" type="pres">
      <dgm:prSet presAssocID="{4B85885F-9125-4EC1-90CB-00082BAC2179}" presName="Accent5" presStyleCnt="0"/>
      <dgm:spPr/>
    </dgm:pt>
    <dgm:pt modelId="{02F6002A-064F-480E-A025-82BDBA507769}" type="pres">
      <dgm:prSet presAssocID="{4B85885F-9125-4EC1-90CB-00082BAC2179}" presName="Accent" presStyleLbl="bgShp" presStyleIdx="4" presStyleCnt="6"/>
      <dgm:spPr/>
    </dgm:pt>
    <dgm:pt modelId="{01F25DB5-FD23-4EC0-B04D-219CABB96FF8}" type="pres">
      <dgm:prSet presAssocID="{4B85885F-9125-4EC1-90CB-00082BAC2179}" presName="Child5" presStyleLbl="node1" presStyleIdx="4" presStyleCnt="6">
        <dgm:presLayoutVars>
          <dgm:chMax val="0"/>
          <dgm:chPref val="0"/>
          <dgm:bulletEnabled val="1"/>
        </dgm:presLayoutVars>
      </dgm:prSet>
      <dgm:spPr/>
      <dgm:t>
        <a:bodyPr/>
        <a:lstStyle/>
        <a:p>
          <a:pPr rtl="1"/>
          <a:endParaRPr lang="he-IL"/>
        </a:p>
      </dgm:t>
    </dgm:pt>
    <dgm:pt modelId="{18E68BAA-74FF-4340-8629-67A07D42DADD}" type="pres">
      <dgm:prSet presAssocID="{87989298-2D61-4413-8824-37A412806200}" presName="Accent6" presStyleCnt="0"/>
      <dgm:spPr/>
    </dgm:pt>
    <dgm:pt modelId="{AA1448C5-912B-4BD9-AB5F-CAB8198CC3BD}" type="pres">
      <dgm:prSet presAssocID="{87989298-2D61-4413-8824-37A412806200}" presName="Accent" presStyleLbl="bgShp" presStyleIdx="5" presStyleCnt="6"/>
      <dgm:spPr/>
    </dgm:pt>
    <dgm:pt modelId="{CE4E9B52-526C-4B20-9D44-DBF86F0B51D7}" type="pres">
      <dgm:prSet presAssocID="{87989298-2D61-4413-8824-37A412806200}" presName="Child6" presStyleLbl="node1" presStyleIdx="5" presStyleCnt="6">
        <dgm:presLayoutVars>
          <dgm:chMax val="0"/>
          <dgm:chPref val="0"/>
          <dgm:bulletEnabled val="1"/>
        </dgm:presLayoutVars>
      </dgm:prSet>
      <dgm:spPr/>
      <dgm:t>
        <a:bodyPr/>
        <a:lstStyle/>
        <a:p>
          <a:pPr rtl="1"/>
          <a:endParaRPr lang="he-IL"/>
        </a:p>
      </dgm:t>
    </dgm:pt>
  </dgm:ptLst>
  <dgm:cxnLst>
    <dgm:cxn modelId="{2CD7364C-C24A-4AD0-8031-93F01BF9E5F3}" srcId="{FA714220-35C3-4776-8D3D-8D9D49D740DC}" destId="{D52C7165-A110-46EA-8A50-D1CE110762AF}" srcOrd="0" destOrd="0" parTransId="{A250D5FF-14D7-4FC3-983C-C7B1D11961C0}" sibTransId="{5477C315-B135-4350-BB34-13D4FFFA5809}"/>
    <dgm:cxn modelId="{0E3A2EBF-069F-428D-BFCE-1E410F1530C5}" type="presOf" srcId="{3C2104DD-8DB5-406C-A6AD-31775E32ECBE}" destId="{0DCA31A8-0EEC-4DC0-9C59-916595A4B711}" srcOrd="0" destOrd="0" presId="urn:microsoft.com/office/officeart/2011/layout/HexagonRadial"/>
    <dgm:cxn modelId="{C5C75665-EECC-4F6E-8E67-0901F1B9D3C1}" srcId="{3C2104DD-8DB5-406C-A6AD-31775E32ECBE}" destId="{FA714220-35C3-4776-8D3D-8D9D49D740DC}" srcOrd="0" destOrd="0" parTransId="{7FE78FEB-10C1-42B5-B861-F4600DC3B082}" sibTransId="{C3AC29A3-1988-476D-9919-55CCBE0AE02C}"/>
    <dgm:cxn modelId="{A8E2A4DB-FBDD-45DA-958F-743929F6A4CA}" type="presOf" srcId="{B97671AB-4977-44FD-800B-DD95972C6656}" destId="{38141708-19C2-49F1-8E34-2AD164EFE245}" srcOrd="0" destOrd="0" presId="urn:microsoft.com/office/officeart/2011/layout/HexagonRadial"/>
    <dgm:cxn modelId="{EE50736D-A949-4454-A8FD-08BA02F2BFB1}" type="presOf" srcId="{D52C7165-A110-46EA-8A50-D1CE110762AF}" destId="{0FF42936-FBC7-437F-8936-C9B9DA75ABFD}" srcOrd="0" destOrd="0" presId="urn:microsoft.com/office/officeart/2011/layout/HexagonRadial"/>
    <dgm:cxn modelId="{88E428BC-EE06-476B-9D1B-094991C5AF3E}" type="presOf" srcId="{FC345504-6BEC-4E62-82CB-7FB0B8BEE578}" destId="{D70B6642-7642-4199-9CA9-A0E6855A49B1}" srcOrd="0" destOrd="0" presId="urn:microsoft.com/office/officeart/2011/layout/HexagonRadial"/>
    <dgm:cxn modelId="{0DCC5019-7BF5-4E11-836D-0DEE1C4BDEE9}" srcId="{FA714220-35C3-4776-8D3D-8D9D49D740DC}" destId="{FC345504-6BEC-4E62-82CB-7FB0B8BEE578}" srcOrd="1" destOrd="0" parTransId="{90132D9C-4482-4F57-8D56-D88E8E0E951D}" sibTransId="{35D3B738-7D75-4AF1-898E-86DAAFDE67D9}"/>
    <dgm:cxn modelId="{1D0E51E4-3EBD-47AC-A58A-B3277098D4F7}" type="presOf" srcId="{8EDB9C2D-6371-452B-9AFA-C91B403ED4BF}" destId="{12FA1F9D-EE18-452F-BC1B-34C8A7D7C19B}" srcOrd="0" destOrd="0" presId="urn:microsoft.com/office/officeart/2011/layout/HexagonRadial"/>
    <dgm:cxn modelId="{DDAAD8FB-7443-4542-9655-2F4157A6940B}" srcId="{FA714220-35C3-4776-8D3D-8D9D49D740DC}" destId="{8EDB9C2D-6371-452B-9AFA-C91B403ED4BF}" srcOrd="2" destOrd="0" parTransId="{938F56F7-AB87-4469-96E2-264CA2807427}" sibTransId="{B8E3B339-5AB2-426F-B50F-3089C4B9FE86}"/>
    <dgm:cxn modelId="{449E5497-F618-4B09-9294-F83AE1E84454}" type="presOf" srcId="{4B85885F-9125-4EC1-90CB-00082BAC2179}" destId="{01F25DB5-FD23-4EC0-B04D-219CABB96FF8}" srcOrd="0" destOrd="0" presId="urn:microsoft.com/office/officeart/2011/layout/HexagonRadial"/>
    <dgm:cxn modelId="{EF85B73F-6B5D-484A-AAFD-687DDD2A9B65}" srcId="{FA714220-35C3-4776-8D3D-8D9D49D740DC}" destId="{B97671AB-4977-44FD-800B-DD95972C6656}" srcOrd="3" destOrd="0" parTransId="{92354226-B430-4178-90B3-E0BBE18AFFB8}" sibTransId="{ABA46689-ACD8-4C7D-A2D7-E9114DB7A570}"/>
    <dgm:cxn modelId="{FBABC6D1-AC8F-451C-AC8F-1818228006C3}" srcId="{FA714220-35C3-4776-8D3D-8D9D49D740DC}" destId="{87989298-2D61-4413-8824-37A412806200}" srcOrd="5" destOrd="0" parTransId="{DE24286B-5018-4C26-BF08-4B72943859F7}" sibTransId="{0021B319-EBD8-404D-B4C0-F479990930A2}"/>
    <dgm:cxn modelId="{57E91591-F277-44D2-A859-08D5D7789043}" type="presOf" srcId="{87989298-2D61-4413-8824-37A412806200}" destId="{CE4E9B52-526C-4B20-9D44-DBF86F0B51D7}" srcOrd="0" destOrd="0" presId="urn:microsoft.com/office/officeart/2011/layout/HexagonRadial"/>
    <dgm:cxn modelId="{DFA88074-ED98-4FBC-ABA3-E4F54727C2CF}" type="presOf" srcId="{FA714220-35C3-4776-8D3D-8D9D49D740DC}" destId="{477EC220-241B-4C2A-BF7C-BBE1FE6B0179}" srcOrd="0" destOrd="0" presId="urn:microsoft.com/office/officeart/2011/layout/HexagonRadial"/>
    <dgm:cxn modelId="{558E4A82-2CB9-412A-8772-879D5CAE1D48}" srcId="{FA714220-35C3-4776-8D3D-8D9D49D740DC}" destId="{4B85885F-9125-4EC1-90CB-00082BAC2179}" srcOrd="4" destOrd="0" parTransId="{AFEFC98F-C3C8-4072-851B-87B9E61D51A3}" sibTransId="{AB45A1A8-AD0E-4541-97B0-A6A7F032EB97}"/>
    <dgm:cxn modelId="{008ED2A9-1FEA-4E0B-AB07-8313B31A0C13}" type="presParOf" srcId="{0DCA31A8-0EEC-4DC0-9C59-916595A4B711}" destId="{477EC220-241B-4C2A-BF7C-BBE1FE6B0179}" srcOrd="0" destOrd="0" presId="urn:microsoft.com/office/officeart/2011/layout/HexagonRadial"/>
    <dgm:cxn modelId="{6CB9DFB1-77AF-4A58-9EF6-787130285DA1}" type="presParOf" srcId="{0DCA31A8-0EEC-4DC0-9C59-916595A4B711}" destId="{24DFB472-94E4-40F3-AD46-9EB2B8EF21F5}" srcOrd="1" destOrd="0" presId="urn:microsoft.com/office/officeart/2011/layout/HexagonRadial"/>
    <dgm:cxn modelId="{A1725E5C-25A4-458B-9BB6-052B7145E5BE}" type="presParOf" srcId="{24DFB472-94E4-40F3-AD46-9EB2B8EF21F5}" destId="{40581E5C-9753-45D9-8714-18F7542A2A0C}" srcOrd="0" destOrd="0" presId="urn:microsoft.com/office/officeart/2011/layout/HexagonRadial"/>
    <dgm:cxn modelId="{B0B47D13-CDAC-4470-A757-01380AD78E69}" type="presParOf" srcId="{0DCA31A8-0EEC-4DC0-9C59-916595A4B711}" destId="{0FF42936-FBC7-437F-8936-C9B9DA75ABFD}" srcOrd="2" destOrd="0" presId="urn:microsoft.com/office/officeart/2011/layout/HexagonRadial"/>
    <dgm:cxn modelId="{C717A303-C853-4008-B777-FEE0AD4F206F}" type="presParOf" srcId="{0DCA31A8-0EEC-4DC0-9C59-916595A4B711}" destId="{42F5F882-1081-4E76-ABCD-0444FC02D4D5}" srcOrd="3" destOrd="0" presId="urn:microsoft.com/office/officeart/2011/layout/HexagonRadial"/>
    <dgm:cxn modelId="{605A23AE-9461-4013-ABCF-5F239DB66485}" type="presParOf" srcId="{42F5F882-1081-4E76-ABCD-0444FC02D4D5}" destId="{2183C64F-B674-446C-A7C9-66C1B2595886}" srcOrd="0" destOrd="0" presId="urn:microsoft.com/office/officeart/2011/layout/HexagonRadial"/>
    <dgm:cxn modelId="{F19D3C6C-01C3-4F56-93FF-572A652D1171}" type="presParOf" srcId="{0DCA31A8-0EEC-4DC0-9C59-916595A4B711}" destId="{D70B6642-7642-4199-9CA9-A0E6855A49B1}" srcOrd="4" destOrd="0" presId="urn:microsoft.com/office/officeart/2011/layout/HexagonRadial"/>
    <dgm:cxn modelId="{FD2ACBC2-A811-43B2-9DA8-E1B7DAD19EE8}" type="presParOf" srcId="{0DCA31A8-0EEC-4DC0-9C59-916595A4B711}" destId="{EE039999-0562-4DD3-8778-F78013B7BE9E}" srcOrd="5" destOrd="0" presId="urn:microsoft.com/office/officeart/2011/layout/HexagonRadial"/>
    <dgm:cxn modelId="{8237C758-4A5E-493A-B417-A8E6F0073D27}" type="presParOf" srcId="{EE039999-0562-4DD3-8778-F78013B7BE9E}" destId="{C9AB08D3-53D4-42C6-B2CB-327F5F3B662B}" srcOrd="0" destOrd="0" presId="urn:microsoft.com/office/officeart/2011/layout/HexagonRadial"/>
    <dgm:cxn modelId="{84AFF7D6-8E92-4626-9DA9-BD6656DAA3B7}" type="presParOf" srcId="{0DCA31A8-0EEC-4DC0-9C59-916595A4B711}" destId="{12FA1F9D-EE18-452F-BC1B-34C8A7D7C19B}" srcOrd="6" destOrd="0" presId="urn:microsoft.com/office/officeart/2011/layout/HexagonRadial"/>
    <dgm:cxn modelId="{8B7B8D75-196E-4144-A23C-3124E8238998}" type="presParOf" srcId="{0DCA31A8-0EEC-4DC0-9C59-916595A4B711}" destId="{763D9881-3680-4977-B262-810D08D4DC44}" srcOrd="7" destOrd="0" presId="urn:microsoft.com/office/officeart/2011/layout/HexagonRadial"/>
    <dgm:cxn modelId="{9F0D2463-FF47-4746-AFF4-CED348BA20B9}" type="presParOf" srcId="{763D9881-3680-4977-B262-810D08D4DC44}" destId="{5DB1BC11-4FA2-47E8-9D1F-F59B5F6BBA5E}" srcOrd="0" destOrd="0" presId="urn:microsoft.com/office/officeart/2011/layout/HexagonRadial"/>
    <dgm:cxn modelId="{123F59A0-DDB5-42A5-A976-D4B95176A61E}" type="presParOf" srcId="{0DCA31A8-0EEC-4DC0-9C59-916595A4B711}" destId="{38141708-19C2-49F1-8E34-2AD164EFE245}" srcOrd="8" destOrd="0" presId="urn:microsoft.com/office/officeart/2011/layout/HexagonRadial"/>
    <dgm:cxn modelId="{2E180876-1998-44D5-B9BA-A5DB4424FB75}" type="presParOf" srcId="{0DCA31A8-0EEC-4DC0-9C59-916595A4B711}" destId="{46D1D713-46D5-4090-872B-03DA2566953F}" srcOrd="9" destOrd="0" presId="urn:microsoft.com/office/officeart/2011/layout/HexagonRadial"/>
    <dgm:cxn modelId="{CEC37D8E-05EB-4097-A1D6-935A785EA6DD}" type="presParOf" srcId="{46D1D713-46D5-4090-872B-03DA2566953F}" destId="{02F6002A-064F-480E-A025-82BDBA507769}" srcOrd="0" destOrd="0" presId="urn:microsoft.com/office/officeart/2011/layout/HexagonRadial"/>
    <dgm:cxn modelId="{269C7BB9-7296-4F6D-BE42-AAA3B1D4C1AC}" type="presParOf" srcId="{0DCA31A8-0EEC-4DC0-9C59-916595A4B711}" destId="{01F25DB5-FD23-4EC0-B04D-219CABB96FF8}" srcOrd="10" destOrd="0" presId="urn:microsoft.com/office/officeart/2011/layout/HexagonRadial"/>
    <dgm:cxn modelId="{438FD2B6-5490-4B6A-BB8A-D64424A3CBF5}" type="presParOf" srcId="{0DCA31A8-0EEC-4DC0-9C59-916595A4B711}" destId="{18E68BAA-74FF-4340-8629-67A07D42DADD}" srcOrd="11" destOrd="0" presId="urn:microsoft.com/office/officeart/2011/layout/HexagonRadial"/>
    <dgm:cxn modelId="{B5EFE80A-096D-4979-B090-ECB423E540B8}" type="presParOf" srcId="{18E68BAA-74FF-4340-8629-67A07D42DADD}" destId="{AA1448C5-912B-4BD9-AB5F-CAB8198CC3BD}" srcOrd="0" destOrd="0" presId="urn:microsoft.com/office/officeart/2011/layout/HexagonRadial"/>
    <dgm:cxn modelId="{6550C7BC-F13D-48CC-985D-991198146069}" type="presParOf" srcId="{0DCA31A8-0EEC-4DC0-9C59-916595A4B711}" destId="{CE4E9B52-526C-4B20-9D44-DBF86F0B51D7}" srcOrd="12" destOrd="0" presId="urn:microsoft.com/office/officeart/2011/layout/HexagonRadial"/>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7EC220-241B-4C2A-BF7C-BBE1FE6B0179}">
      <dsp:nvSpPr>
        <dsp:cNvPr id="0" name=""/>
        <dsp:cNvSpPr/>
      </dsp:nvSpPr>
      <dsp:spPr>
        <a:xfrm>
          <a:off x="2232254" y="1296141"/>
          <a:ext cx="1666396" cy="1441500"/>
        </a:xfrm>
        <a:prstGeom prst="hexagon">
          <a:avLst>
            <a:gd name="adj" fmla="val 28570"/>
            <a:gd name="vf" fmla="val 1154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1422400" rtl="1">
            <a:lnSpc>
              <a:spcPct val="90000"/>
            </a:lnSpc>
            <a:spcBef>
              <a:spcPct val="0"/>
            </a:spcBef>
            <a:spcAft>
              <a:spcPct val="35000"/>
            </a:spcAft>
          </a:pPr>
          <a:r>
            <a:rPr lang="he-IL" sz="3200" b="1" kern="1200" dirty="0" smtClean="0"/>
            <a:t>2008 </a:t>
          </a:r>
          <a:r>
            <a:rPr lang="he-IL" sz="2300" b="1" kern="1200" dirty="0" smtClean="0"/>
            <a:t>– </a:t>
          </a:r>
          <a:r>
            <a:rPr lang="he-IL" sz="3200" b="1" kern="1200" dirty="0" smtClean="0"/>
            <a:t>2018</a:t>
          </a:r>
          <a:r>
            <a:rPr lang="he-IL" sz="2300" b="1" kern="1200" dirty="0" smtClean="0"/>
            <a:t> </a:t>
          </a:r>
          <a:endParaRPr lang="he-IL" sz="2300" b="1" kern="1200" dirty="0"/>
        </a:p>
      </dsp:txBody>
      <dsp:txXfrm>
        <a:off x="2508399" y="1535018"/>
        <a:ext cx="1114106" cy="963746"/>
      </dsp:txXfrm>
    </dsp:sp>
    <dsp:sp modelId="{2183C64F-B674-446C-A7C9-66C1B2595886}">
      <dsp:nvSpPr>
        <dsp:cNvPr id="0" name=""/>
        <dsp:cNvSpPr/>
      </dsp:nvSpPr>
      <dsp:spPr>
        <a:xfrm>
          <a:off x="3258092" y="621385"/>
          <a:ext cx="628726" cy="541731"/>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FF42936-FBC7-437F-8936-C9B9DA75ABFD}">
      <dsp:nvSpPr>
        <dsp:cNvPr id="0" name=""/>
        <dsp:cNvSpPr/>
      </dsp:nvSpPr>
      <dsp:spPr>
        <a:xfrm>
          <a:off x="2327917" y="15771"/>
          <a:ext cx="1365600" cy="1181404"/>
        </a:xfrm>
        <a:prstGeom prst="hexagon">
          <a:avLst>
            <a:gd name="adj" fmla="val 28570"/>
            <a:gd name="vf" fmla="val 1154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lvl="0" algn="l" defTabSz="1022350" rtl="1">
            <a:lnSpc>
              <a:spcPct val="90000"/>
            </a:lnSpc>
            <a:spcBef>
              <a:spcPct val="0"/>
            </a:spcBef>
            <a:spcAft>
              <a:spcPct val="35000"/>
            </a:spcAft>
          </a:pPr>
          <a:r>
            <a:rPr lang="he-IL" sz="2300" b="0" kern="1200" dirty="0" smtClean="0">
              <a:latin typeface="David" panose="020E0502060401010101" pitchFamily="34" charset="-79"/>
              <a:cs typeface="+mn-cs"/>
            </a:rPr>
            <a:t>1948</a:t>
          </a:r>
          <a:r>
            <a:rPr lang="he-IL" sz="2000" b="1" kern="1200" dirty="0" smtClean="0">
              <a:latin typeface="David" panose="020E0502060401010101" pitchFamily="34" charset="-79"/>
              <a:cs typeface="David" panose="020E0502060401010101" pitchFamily="34" charset="-79"/>
            </a:rPr>
            <a:t> -     </a:t>
          </a:r>
          <a:r>
            <a:rPr lang="he-IL" sz="2300" b="0" kern="1200" dirty="0" smtClean="0">
              <a:latin typeface="David" panose="020E0502060401010101" pitchFamily="34" charset="-79"/>
              <a:cs typeface="+mn-cs"/>
            </a:rPr>
            <a:t>1958 </a:t>
          </a:r>
          <a:endParaRPr lang="he-IL" sz="2300" b="0" kern="1200" dirty="0">
            <a:latin typeface="David" panose="020E0502060401010101" pitchFamily="34" charset="-79"/>
            <a:cs typeface="+mn-cs"/>
          </a:endParaRPr>
        </a:p>
      </dsp:txBody>
      <dsp:txXfrm>
        <a:off x="2554226" y="211555"/>
        <a:ext cx="912982" cy="789836"/>
      </dsp:txXfrm>
    </dsp:sp>
    <dsp:sp modelId="{C9AB08D3-53D4-42C6-B2CB-327F5F3B662B}">
      <dsp:nvSpPr>
        <dsp:cNvPr id="0" name=""/>
        <dsp:cNvSpPr/>
      </dsp:nvSpPr>
      <dsp:spPr>
        <a:xfrm>
          <a:off x="3991865" y="1634134"/>
          <a:ext cx="628726" cy="541731"/>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0B6642-7642-4199-9CA9-A0E6855A49B1}">
      <dsp:nvSpPr>
        <dsp:cNvPr id="0" name=""/>
        <dsp:cNvSpPr/>
      </dsp:nvSpPr>
      <dsp:spPr>
        <a:xfrm>
          <a:off x="3620521" y="726643"/>
          <a:ext cx="1365600" cy="1181404"/>
        </a:xfrm>
        <a:prstGeom prst="hexagon">
          <a:avLst>
            <a:gd name="adj" fmla="val 28570"/>
            <a:gd name="vf" fmla="val 1154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lvl="0" algn="ctr" defTabSz="1022350" rtl="1">
            <a:lnSpc>
              <a:spcPct val="90000"/>
            </a:lnSpc>
            <a:spcBef>
              <a:spcPct val="0"/>
            </a:spcBef>
            <a:spcAft>
              <a:spcPct val="35000"/>
            </a:spcAft>
          </a:pPr>
          <a:r>
            <a:rPr lang="he-IL" sz="2300" kern="1200" dirty="0" smtClean="0"/>
            <a:t>1958 - 1968</a:t>
          </a:r>
          <a:endParaRPr lang="he-IL" sz="2300" kern="1200" dirty="0"/>
        </a:p>
      </dsp:txBody>
      <dsp:txXfrm>
        <a:off x="3846830" y="922427"/>
        <a:ext cx="912982" cy="789836"/>
      </dsp:txXfrm>
    </dsp:sp>
    <dsp:sp modelId="{5DB1BC11-4FA2-47E8-9D1F-F59B5F6BBA5E}">
      <dsp:nvSpPr>
        <dsp:cNvPr id="0" name=""/>
        <dsp:cNvSpPr/>
      </dsp:nvSpPr>
      <dsp:spPr>
        <a:xfrm>
          <a:off x="3482139" y="2777337"/>
          <a:ext cx="628726" cy="541731"/>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2FA1F9D-EE18-452F-BC1B-34C8A7D7C19B}">
      <dsp:nvSpPr>
        <dsp:cNvPr id="0" name=""/>
        <dsp:cNvSpPr/>
      </dsp:nvSpPr>
      <dsp:spPr>
        <a:xfrm>
          <a:off x="3620521" y="2155139"/>
          <a:ext cx="1365600" cy="1181404"/>
        </a:xfrm>
        <a:prstGeom prst="hexagon">
          <a:avLst>
            <a:gd name="adj" fmla="val 28570"/>
            <a:gd name="vf" fmla="val 1154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lvl="0" algn="ctr" defTabSz="1022350" rtl="1">
            <a:lnSpc>
              <a:spcPct val="90000"/>
            </a:lnSpc>
            <a:spcBef>
              <a:spcPct val="0"/>
            </a:spcBef>
            <a:spcAft>
              <a:spcPct val="35000"/>
            </a:spcAft>
          </a:pPr>
          <a:r>
            <a:rPr lang="he-IL" sz="2300" kern="1200" dirty="0" smtClean="0"/>
            <a:t>1968 - 1978</a:t>
          </a:r>
          <a:endParaRPr lang="he-IL" sz="2300" kern="1200" dirty="0"/>
        </a:p>
      </dsp:txBody>
      <dsp:txXfrm>
        <a:off x="3846830" y="2350923"/>
        <a:ext cx="912982" cy="789836"/>
      </dsp:txXfrm>
    </dsp:sp>
    <dsp:sp modelId="{02F6002A-064F-480E-A025-82BDBA507769}">
      <dsp:nvSpPr>
        <dsp:cNvPr id="0" name=""/>
        <dsp:cNvSpPr/>
      </dsp:nvSpPr>
      <dsp:spPr>
        <a:xfrm>
          <a:off x="2217708" y="2896006"/>
          <a:ext cx="628726" cy="541731"/>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141708-19C2-49F1-8E34-2AD164EFE245}">
      <dsp:nvSpPr>
        <dsp:cNvPr id="0" name=""/>
        <dsp:cNvSpPr/>
      </dsp:nvSpPr>
      <dsp:spPr>
        <a:xfrm>
          <a:off x="2399925" y="2882595"/>
          <a:ext cx="1365600" cy="1181404"/>
        </a:xfrm>
        <a:prstGeom prst="hexagon">
          <a:avLst>
            <a:gd name="adj" fmla="val 28570"/>
            <a:gd name="vf" fmla="val 1154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lvl="0" algn="ctr" defTabSz="1022350" rtl="1">
            <a:lnSpc>
              <a:spcPct val="90000"/>
            </a:lnSpc>
            <a:spcBef>
              <a:spcPct val="0"/>
            </a:spcBef>
            <a:spcAft>
              <a:spcPct val="35000"/>
            </a:spcAft>
          </a:pPr>
          <a:r>
            <a:rPr lang="he-IL" sz="2300" kern="1200" dirty="0" smtClean="0"/>
            <a:t>1978 - 1988</a:t>
          </a:r>
          <a:endParaRPr lang="he-IL" sz="2300" kern="1200" dirty="0"/>
        </a:p>
      </dsp:txBody>
      <dsp:txXfrm>
        <a:off x="2626234" y="3078379"/>
        <a:ext cx="912982" cy="789836"/>
      </dsp:txXfrm>
    </dsp:sp>
    <dsp:sp modelId="{AA1448C5-912B-4BD9-AB5F-CAB8198CC3BD}">
      <dsp:nvSpPr>
        <dsp:cNvPr id="0" name=""/>
        <dsp:cNvSpPr/>
      </dsp:nvSpPr>
      <dsp:spPr>
        <a:xfrm>
          <a:off x="1471919" y="1883664"/>
          <a:ext cx="628726" cy="541731"/>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F25DB5-FD23-4EC0-B04D-219CABB96FF8}">
      <dsp:nvSpPr>
        <dsp:cNvPr id="0" name=""/>
        <dsp:cNvSpPr/>
      </dsp:nvSpPr>
      <dsp:spPr>
        <a:xfrm>
          <a:off x="1109878" y="2155952"/>
          <a:ext cx="1365600" cy="1181404"/>
        </a:xfrm>
        <a:prstGeom prst="hexagon">
          <a:avLst>
            <a:gd name="adj" fmla="val 28570"/>
            <a:gd name="vf" fmla="val 1154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lvl="0" algn="ctr" defTabSz="1022350" rtl="1">
            <a:lnSpc>
              <a:spcPct val="90000"/>
            </a:lnSpc>
            <a:spcBef>
              <a:spcPct val="0"/>
            </a:spcBef>
            <a:spcAft>
              <a:spcPct val="35000"/>
            </a:spcAft>
          </a:pPr>
          <a:r>
            <a:rPr lang="he-IL" sz="2300" kern="1200" dirty="0" smtClean="0"/>
            <a:t>1988 - 1998</a:t>
          </a:r>
          <a:endParaRPr lang="he-IL" sz="2300" kern="1200" dirty="0"/>
        </a:p>
      </dsp:txBody>
      <dsp:txXfrm>
        <a:off x="1336187" y="2351736"/>
        <a:ext cx="912982" cy="789836"/>
      </dsp:txXfrm>
    </dsp:sp>
    <dsp:sp modelId="{CE4E9B52-526C-4B20-9D44-DBF86F0B51D7}">
      <dsp:nvSpPr>
        <dsp:cNvPr id="0" name=""/>
        <dsp:cNvSpPr/>
      </dsp:nvSpPr>
      <dsp:spPr>
        <a:xfrm>
          <a:off x="1109878" y="725017"/>
          <a:ext cx="1365600" cy="1181404"/>
        </a:xfrm>
        <a:prstGeom prst="hexagon">
          <a:avLst>
            <a:gd name="adj" fmla="val 28570"/>
            <a:gd name="vf" fmla="val 1154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lvl="0" algn="ctr" defTabSz="1022350" rtl="1">
            <a:lnSpc>
              <a:spcPct val="90000"/>
            </a:lnSpc>
            <a:spcBef>
              <a:spcPct val="0"/>
            </a:spcBef>
            <a:spcAft>
              <a:spcPct val="35000"/>
            </a:spcAft>
          </a:pPr>
          <a:r>
            <a:rPr lang="he-IL" sz="2300" kern="1200" dirty="0" smtClean="0"/>
            <a:t>1998 - 2008</a:t>
          </a:r>
          <a:endParaRPr lang="he-IL" sz="2300" kern="1200" dirty="0"/>
        </a:p>
      </dsp:txBody>
      <dsp:txXfrm>
        <a:off x="1336187" y="920801"/>
        <a:ext cx="912982" cy="789836"/>
      </dsp:txXfrm>
    </dsp:sp>
  </dsp:spTree>
</dsp:drawing>
</file>

<file path=ppt/diagrams/layout1.xml><?xml version="1.0" encoding="utf-8"?>
<dgm:layoutDef xmlns:dgm="http://schemas.openxmlformats.org/drawingml/2006/diagram" xmlns:a="http://schemas.openxmlformats.org/drawingml/2006/main" uniqueId="urn:microsoft.com/office/officeart/2011/layout/HexagonRadial">
  <dgm:title val="מוקדי משושה"/>
  <dgm:desc val="השתמש כדי להציג תהליך רציף שקשור לרעיון או לנושא מרכזי. מוגבל לשש צורות ברמה 2. מתאים במיוחד לכמויות קטנות של טקסט. טקסט שאינו בשימוש אינו מופיע, אך הוא נשאר זמין למקרה שתחליף פריסות."/>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7200"/>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7200"/>
          </a:xfrm>
          <a:prstGeom prst="rect">
            <a:avLst/>
          </a:prstGeom>
        </p:spPr>
        <p:txBody>
          <a:bodyPr vert="horz" lIns="91440" tIns="45720" rIns="91440" bIns="45720" rtlCol="1"/>
          <a:lstStyle>
            <a:lvl1pPr algn="l">
              <a:defRPr sz="1200"/>
            </a:lvl1pPr>
          </a:lstStyle>
          <a:p>
            <a:fld id="{2CD6A652-B894-4807-8A20-BB6CA02181CC}" type="datetimeFigureOut">
              <a:rPr lang="he-IL" smtClean="0"/>
              <a:t>כ"ט/שבט/תשע"ח</a:t>
            </a:fld>
            <a:endParaRPr lang="he-IL"/>
          </a:p>
        </p:txBody>
      </p:sp>
      <p:sp>
        <p:nvSpPr>
          <p:cNvPr id="4" name="מציין מיקום של תמונת שקופית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343400"/>
            <a:ext cx="5486400" cy="4114800"/>
          </a:xfrm>
          <a:prstGeom prst="rect">
            <a:avLst/>
          </a:prstGeom>
        </p:spPr>
        <p:txBody>
          <a:bodyPr vert="horz" lIns="91440" tIns="45720" rIns="91440" bIns="45720" rtlCol="1"/>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6" name="מציין מיקום של כותרת תחתונה 5"/>
          <p:cNvSpPr>
            <a:spLocks noGrp="1"/>
          </p:cNvSpPr>
          <p:nvPr>
            <p:ph type="ftr" sz="quarter" idx="4"/>
          </p:nvPr>
        </p:nvSpPr>
        <p:spPr>
          <a:xfrm>
            <a:off x="3886200" y="8685213"/>
            <a:ext cx="2971800" cy="457200"/>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7200"/>
          </a:xfrm>
          <a:prstGeom prst="rect">
            <a:avLst/>
          </a:prstGeom>
        </p:spPr>
        <p:txBody>
          <a:bodyPr vert="horz" lIns="91440" tIns="45720" rIns="91440" bIns="45720" rtlCol="1" anchor="b"/>
          <a:lstStyle>
            <a:lvl1pPr algn="l">
              <a:defRPr sz="1200"/>
            </a:lvl1pPr>
          </a:lstStyle>
          <a:p>
            <a:fld id="{E6031291-1975-4012-8D3E-4AFA2E1B64CC}" type="slidenum">
              <a:rPr lang="he-IL" smtClean="0"/>
              <a:t>‹#›</a:t>
            </a:fld>
            <a:endParaRPr lang="he-IL"/>
          </a:p>
        </p:txBody>
      </p:sp>
    </p:spTree>
    <p:extLst>
      <p:ext uri="{BB962C8B-B14F-4D97-AF65-F5344CB8AC3E}">
        <p14:creationId xmlns:p14="http://schemas.microsoft.com/office/powerpoint/2010/main" val="2400789370"/>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10"/>
          </p:nvPr>
        </p:nvSpPr>
        <p:spPr/>
        <p:txBody>
          <a:bodyPr/>
          <a:lstStyle/>
          <a:p>
            <a:fld id="{E6031291-1975-4012-8D3E-4AFA2E1B64CC}" type="slidenum">
              <a:rPr lang="he-IL" smtClean="0"/>
              <a:t>5</a:t>
            </a:fld>
            <a:endParaRPr lang="he-IL"/>
          </a:p>
        </p:txBody>
      </p:sp>
    </p:spTree>
    <p:extLst>
      <p:ext uri="{BB962C8B-B14F-4D97-AF65-F5344CB8AC3E}">
        <p14:creationId xmlns:p14="http://schemas.microsoft.com/office/powerpoint/2010/main" val="22776646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10"/>
          </p:nvPr>
        </p:nvSpPr>
        <p:spPr/>
        <p:txBody>
          <a:bodyPr/>
          <a:lstStyle/>
          <a:p>
            <a:fld id="{E6031291-1975-4012-8D3E-4AFA2E1B64CC}" type="slidenum">
              <a:rPr lang="he-IL" smtClean="0"/>
              <a:t>18</a:t>
            </a:fld>
            <a:endParaRPr lang="he-IL"/>
          </a:p>
        </p:txBody>
      </p:sp>
    </p:spTree>
    <p:extLst>
      <p:ext uri="{BB962C8B-B14F-4D97-AF65-F5344CB8AC3E}">
        <p14:creationId xmlns:p14="http://schemas.microsoft.com/office/powerpoint/2010/main" val="15050806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685800" y="2130425"/>
            <a:ext cx="7772400" cy="1470025"/>
          </a:xfrm>
        </p:spPr>
        <p:txBody>
          <a:bodyPr/>
          <a:lstStyle/>
          <a:p>
            <a:r>
              <a:rPr lang="he-IL" smtClean="0"/>
              <a:t>לחץ כדי לערוך סגנון כותרת של תבנית בסיס</a:t>
            </a:r>
            <a:endParaRPr lang="he-IL"/>
          </a:p>
        </p:txBody>
      </p:sp>
      <p:sp>
        <p:nvSpPr>
          <p:cNvPr id="3" name="כותרת משנה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e-IL" smtClean="0"/>
              <a:t>לחץ כדי לערוך סגנון כותרת משנה של תבנית בסיס</a:t>
            </a:r>
            <a:endParaRPr lang="he-IL"/>
          </a:p>
        </p:txBody>
      </p:sp>
      <p:sp>
        <p:nvSpPr>
          <p:cNvPr id="4" name="מציין מיקום של תאריך 3"/>
          <p:cNvSpPr>
            <a:spLocks noGrp="1"/>
          </p:cNvSpPr>
          <p:nvPr>
            <p:ph type="dt" sz="half" idx="10"/>
          </p:nvPr>
        </p:nvSpPr>
        <p:spPr/>
        <p:txBody>
          <a:bodyPr/>
          <a:lstStyle/>
          <a:p>
            <a:fld id="{69DBFB21-5D90-416B-B942-55EC6C2BAB13}" type="datetime8">
              <a:rPr lang="he-IL" smtClean="0"/>
              <a:t>14 פברואר 18</a:t>
            </a:fld>
            <a:endParaRPr lang="he-IL"/>
          </a:p>
        </p:txBody>
      </p:sp>
      <p:sp>
        <p:nvSpPr>
          <p:cNvPr id="5" name="מציין מיקום של כותרת תחתונה 4"/>
          <p:cNvSpPr>
            <a:spLocks noGrp="1"/>
          </p:cNvSpPr>
          <p:nvPr>
            <p:ph type="ftr" sz="quarter" idx="11"/>
          </p:nvPr>
        </p:nvSpPr>
        <p:spPr/>
        <p:txBody>
          <a:bodyPr/>
          <a:lstStyle/>
          <a:p>
            <a:r>
              <a:rPr lang="he-IL" smtClean="0"/>
              <a:t>הבעה בעל פה והוראת העברית -  עדה מאורי  </a:t>
            </a:r>
            <a:endParaRPr lang="he-IL"/>
          </a:p>
        </p:txBody>
      </p:sp>
      <p:sp>
        <p:nvSpPr>
          <p:cNvPr id="6" name="מציין מיקום של מספר שקופית 5"/>
          <p:cNvSpPr>
            <a:spLocks noGrp="1"/>
          </p:cNvSpPr>
          <p:nvPr>
            <p:ph type="sldNum" sz="quarter" idx="12"/>
          </p:nvPr>
        </p:nvSpPr>
        <p:spPr/>
        <p:txBody>
          <a:bodyPr/>
          <a:lstStyle/>
          <a:p>
            <a:fld id="{FBE66F53-928D-46A1-8381-E7D2FF06471F}" type="slidenum">
              <a:rPr lang="he-IL" smtClean="0"/>
              <a:t>‹#›</a:t>
            </a:fld>
            <a:endParaRPr lang="he-IL"/>
          </a:p>
        </p:txBody>
      </p:sp>
    </p:spTree>
    <p:extLst>
      <p:ext uri="{BB962C8B-B14F-4D97-AF65-F5344CB8AC3E}">
        <p14:creationId xmlns:p14="http://schemas.microsoft.com/office/powerpoint/2010/main" val="2917996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תוכן 2"/>
          <p:cNvSpPr>
            <a:spLocks noGrp="1"/>
          </p:cNvSpPr>
          <p:nvPr>
            <p:ph idx="1"/>
          </p:nvPr>
        </p:nvSpPr>
        <p:spPr/>
        <p:txBody>
          <a:body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FDAAC0FE-BE7D-4DC8-A986-746551671650}" type="datetime8">
              <a:rPr lang="he-IL" smtClean="0"/>
              <a:t>14 פברואר 18</a:t>
            </a:fld>
            <a:endParaRPr lang="he-IL"/>
          </a:p>
        </p:txBody>
      </p:sp>
      <p:sp>
        <p:nvSpPr>
          <p:cNvPr id="5" name="מציין מיקום של כותרת תחתונה 4"/>
          <p:cNvSpPr>
            <a:spLocks noGrp="1"/>
          </p:cNvSpPr>
          <p:nvPr>
            <p:ph type="ftr" sz="quarter" idx="11"/>
          </p:nvPr>
        </p:nvSpPr>
        <p:spPr/>
        <p:txBody>
          <a:bodyPr/>
          <a:lstStyle/>
          <a:p>
            <a:r>
              <a:rPr lang="he-IL" smtClean="0"/>
              <a:t>הבעה בעל פה והוראת העברית -  עדה מאורי  </a:t>
            </a:r>
            <a:endParaRPr lang="he-IL"/>
          </a:p>
        </p:txBody>
      </p:sp>
      <p:sp>
        <p:nvSpPr>
          <p:cNvPr id="6" name="מציין מיקום של מספר שקופית 5"/>
          <p:cNvSpPr>
            <a:spLocks noGrp="1"/>
          </p:cNvSpPr>
          <p:nvPr>
            <p:ph type="sldNum" sz="quarter" idx="12"/>
          </p:nvPr>
        </p:nvSpPr>
        <p:spPr/>
        <p:txBody>
          <a:bodyPr/>
          <a:lstStyle/>
          <a:p>
            <a:fld id="{FBE66F53-928D-46A1-8381-E7D2FF06471F}" type="slidenum">
              <a:rPr lang="he-IL" smtClean="0"/>
              <a:t>‹#›</a:t>
            </a:fld>
            <a:endParaRPr lang="he-IL"/>
          </a:p>
        </p:txBody>
      </p:sp>
    </p:spTree>
    <p:extLst>
      <p:ext uri="{BB962C8B-B14F-4D97-AF65-F5344CB8AC3E}">
        <p14:creationId xmlns:p14="http://schemas.microsoft.com/office/powerpoint/2010/main" val="9350652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722313" y="4406900"/>
            <a:ext cx="7772400" cy="1362075"/>
          </a:xfrm>
        </p:spPr>
        <p:txBody>
          <a:bodyPr anchor="t"/>
          <a:lstStyle>
            <a:lvl1pPr algn="r">
              <a:defRPr sz="4000" b="1" cap="all"/>
            </a:lvl1p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smtClean="0"/>
              <a:t>לחץ כדי לערוך סגנונות טקסט של תבנית בסיס</a:t>
            </a:r>
          </a:p>
        </p:txBody>
      </p:sp>
      <p:sp>
        <p:nvSpPr>
          <p:cNvPr id="4" name="מציין מיקום של תאריך 3"/>
          <p:cNvSpPr>
            <a:spLocks noGrp="1"/>
          </p:cNvSpPr>
          <p:nvPr>
            <p:ph type="dt" sz="half" idx="10"/>
          </p:nvPr>
        </p:nvSpPr>
        <p:spPr/>
        <p:txBody>
          <a:bodyPr/>
          <a:lstStyle/>
          <a:p>
            <a:fld id="{C9958F4C-7C7C-463B-BDAA-3866ACAF12B1}" type="datetime8">
              <a:rPr lang="he-IL" smtClean="0"/>
              <a:t>14 פברואר 18</a:t>
            </a:fld>
            <a:endParaRPr lang="he-IL"/>
          </a:p>
        </p:txBody>
      </p:sp>
      <p:sp>
        <p:nvSpPr>
          <p:cNvPr id="5" name="מציין מיקום של כותרת תחתונה 4"/>
          <p:cNvSpPr>
            <a:spLocks noGrp="1"/>
          </p:cNvSpPr>
          <p:nvPr>
            <p:ph type="ftr" sz="quarter" idx="11"/>
          </p:nvPr>
        </p:nvSpPr>
        <p:spPr/>
        <p:txBody>
          <a:bodyPr/>
          <a:lstStyle/>
          <a:p>
            <a:r>
              <a:rPr lang="he-IL" smtClean="0"/>
              <a:t>הבעה בעל פה והוראת העברית -  עדה מאורי  </a:t>
            </a:r>
            <a:endParaRPr lang="he-IL"/>
          </a:p>
        </p:txBody>
      </p:sp>
      <p:sp>
        <p:nvSpPr>
          <p:cNvPr id="6" name="מציין מיקום של מספר שקופית 5"/>
          <p:cNvSpPr>
            <a:spLocks noGrp="1"/>
          </p:cNvSpPr>
          <p:nvPr>
            <p:ph type="sldNum" sz="quarter" idx="12"/>
          </p:nvPr>
        </p:nvSpPr>
        <p:spPr/>
        <p:txBody>
          <a:bodyPr/>
          <a:lstStyle/>
          <a:p>
            <a:fld id="{FBE66F53-928D-46A1-8381-E7D2FF06471F}" type="slidenum">
              <a:rPr lang="he-IL" smtClean="0"/>
              <a:t>‹#›</a:t>
            </a:fld>
            <a:endParaRPr lang="he-IL"/>
          </a:p>
        </p:txBody>
      </p:sp>
    </p:spTree>
    <p:extLst>
      <p:ext uri="{BB962C8B-B14F-4D97-AF65-F5344CB8AC3E}">
        <p14:creationId xmlns:p14="http://schemas.microsoft.com/office/powerpoint/2010/main" val="12304645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תוכן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תוכן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5" name="מציין מיקום של תאריך 4"/>
          <p:cNvSpPr>
            <a:spLocks noGrp="1"/>
          </p:cNvSpPr>
          <p:nvPr>
            <p:ph type="dt" sz="half" idx="10"/>
          </p:nvPr>
        </p:nvSpPr>
        <p:spPr/>
        <p:txBody>
          <a:bodyPr/>
          <a:lstStyle/>
          <a:p>
            <a:fld id="{9ECE80B0-7715-4915-A841-16E84EA4E0C6}" type="datetime8">
              <a:rPr lang="he-IL" smtClean="0"/>
              <a:t>14 פברואר 18</a:t>
            </a:fld>
            <a:endParaRPr lang="he-IL"/>
          </a:p>
        </p:txBody>
      </p:sp>
      <p:sp>
        <p:nvSpPr>
          <p:cNvPr id="6" name="מציין מיקום של כותרת תחתונה 5"/>
          <p:cNvSpPr>
            <a:spLocks noGrp="1"/>
          </p:cNvSpPr>
          <p:nvPr>
            <p:ph type="ftr" sz="quarter" idx="11"/>
          </p:nvPr>
        </p:nvSpPr>
        <p:spPr/>
        <p:txBody>
          <a:bodyPr/>
          <a:lstStyle/>
          <a:p>
            <a:r>
              <a:rPr lang="he-IL" smtClean="0"/>
              <a:t>הבעה בעל פה והוראת העברית -  עדה מאורי  </a:t>
            </a:r>
            <a:endParaRPr lang="he-IL"/>
          </a:p>
        </p:txBody>
      </p:sp>
      <p:sp>
        <p:nvSpPr>
          <p:cNvPr id="7" name="מציין מיקום של מספר שקופית 6"/>
          <p:cNvSpPr>
            <a:spLocks noGrp="1"/>
          </p:cNvSpPr>
          <p:nvPr>
            <p:ph type="sldNum" sz="quarter" idx="12"/>
          </p:nvPr>
        </p:nvSpPr>
        <p:spPr/>
        <p:txBody>
          <a:bodyPr/>
          <a:lstStyle/>
          <a:p>
            <a:fld id="{FBE66F53-928D-46A1-8381-E7D2FF06471F}" type="slidenum">
              <a:rPr lang="he-IL" smtClean="0"/>
              <a:t>‹#›</a:t>
            </a:fld>
            <a:endParaRPr lang="he-IL"/>
          </a:p>
        </p:txBody>
      </p:sp>
    </p:spTree>
    <p:extLst>
      <p:ext uri="{BB962C8B-B14F-4D97-AF65-F5344CB8AC3E}">
        <p14:creationId xmlns:p14="http://schemas.microsoft.com/office/powerpoint/2010/main" val="1687251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lvl1pPr>
              <a:defRPr/>
            </a:lvl1p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לחץ כדי לערוך סגנונות טקסט של תבנית בסיס</a:t>
            </a:r>
          </a:p>
        </p:txBody>
      </p:sp>
      <p:sp>
        <p:nvSpPr>
          <p:cNvPr id="4" name="מציין מיקום תוכן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5" name="מציין מיקום טקסט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לחץ כדי לערוך סגנונות טקסט של תבנית בסיס</a:t>
            </a:r>
          </a:p>
        </p:txBody>
      </p:sp>
      <p:sp>
        <p:nvSpPr>
          <p:cNvPr id="6" name="מציין מיקום תוכן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7" name="מציין מיקום של תאריך 6"/>
          <p:cNvSpPr>
            <a:spLocks noGrp="1"/>
          </p:cNvSpPr>
          <p:nvPr>
            <p:ph type="dt" sz="half" idx="10"/>
          </p:nvPr>
        </p:nvSpPr>
        <p:spPr/>
        <p:txBody>
          <a:bodyPr/>
          <a:lstStyle/>
          <a:p>
            <a:fld id="{A213C7F9-7798-413F-BFB1-CC2BBDD90C19}" type="datetime8">
              <a:rPr lang="he-IL" smtClean="0"/>
              <a:t>14 פברואר 18</a:t>
            </a:fld>
            <a:endParaRPr lang="he-IL"/>
          </a:p>
        </p:txBody>
      </p:sp>
      <p:sp>
        <p:nvSpPr>
          <p:cNvPr id="8" name="מציין מיקום של כותרת תחתונה 7"/>
          <p:cNvSpPr>
            <a:spLocks noGrp="1"/>
          </p:cNvSpPr>
          <p:nvPr>
            <p:ph type="ftr" sz="quarter" idx="11"/>
          </p:nvPr>
        </p:nvSpPr>
        <p:spPr/>
        <p:txBody>
          <a:bodyPr/>
          <a:lstStyle/>
          <a:p>
            <a:r>
              <a:rPr lang="he-IL" smtClean="0"/>
              <a:t>הבעה בעל פה והוראת העברית -  עדה מאורי  </a:t>
            </a:r>
            <a:endParaRPr lang="he-IL"/>
          </a:p>
        </p:txBody>
      </p:sp>
      <p:sp>
        <p:nvSpPr>
          <p:cNvPr id="9" name="מציין מיקום של מספר שקופית 8"/>
          <p:cNvSpPr>
            <a:spLocks noGrp="1"/>
          </p:cNvSpPr>
          <p:nvPr>
            <p:ph type="sldNum" sz="quarter" idx="12"/>
          </p:nvPr>
        </p:nvSpPr>
        <p:spPr/>
        <p:txBody>
          <a:bodyPr/>
          <a:lstStyle/>
          <a:p>
            <a:fld id="{FBE66F53-928D-46A1-8381-E7D2FF06471F}" type="slidenum">
              <a:rPr lang="he-IL" smtClean="0"/>
              <a:t>‹#›</a:t>
            </a:fld>
            <a:endParaRPr lang="he-IL"/>
          </a:p>
        </p:txBody>
      </p:sp>
    </p:spTree>
    <p:extLst>
      <p:ext uri="{BB962C8B-B14F-4D97-AF65-F5344CB8AC3E}">
        <p14:creationId xmlns:p14="http://schemas.microsoft.com/office/powerpoint/2010/main" val="36227135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של תאריך 2"/>
          <p:cNvSpPr>
            <a:spLocks noGrp="1"/>
          </p:cNvSpPr>
          <p:nvPr>
            <p:ph type="dt" sz="half" idx="10"/>
          </p:nvPr>
        </p:nvSpPr>
        <p:spPr/>
        <p:txBody>
          <a:bodyPr/>
          <a:lstStyle/>
          <a:p>
            <a:fld id="{159226DD-829D-4AF6-8672-21B1FF981E83}" type="datetime8">
              <a:rPr lang="he-IL" smtClean="0"/>
              <a:t>14 פברואר 18</a:t>
            </a:fld>
            <a:endParaRPr lang="he-IL"/>
          </a:p>
        </p:txBody>
      </p:sp>
      <p:sp>
        <p:nvSpPr>
          <p:cNvPr id="4" name="מציין מיקום של כותרת תחתונה 3"/>
          <p:cNvSpPr>
            <a:spLocks noGrp="1"/>
          </p:cNvSpPr>
          <p:nvPr>
            <p:ph type="ftr" sz="quarter" idx="11"/>
          </p:nvPr>
        </p:nvSpPr>
        <p:spPr/>
        <p:txBody>
          <a:bodyPr/>
          <a:lstStyle/>
          <a:p>
            <a:r>
              <a:rPr lang="he-IL" smtClean="0"/>
              <a:t>הבעה בעל פה והוראת העברית -  עדה מאורי  </a:t>
            </a:r>
            <a:endParaRPr lang="he-IL"/>
          </a:p>
        </p:txBody>
      </p:sp>
      <p:sp>
        <p:nvSpPr>
          <p:cNvPr id="5" name="מציין מיקום של מספר שקופית 4"/>
          <p:cNvSpPr>
            <a:spLocks noGrp="1"/>
          </p:cNvSpPr>
          <p:nvPr>
            <p:ph type="sldNum" sz="quarter" idx="12"/>
          </p:nvPr>
        </p:nvSpPr>
        <p:spPr/>
        <p:txBody>
          <a:bodyPr/>
          <a:lstStyle/>
          <a:p>
            <a:fld id="{FBE66F53-928D-46A1-8381-E7D2FF06471F}" type="slidenum">
              <a:rPr lang="he-IL" smtClean="0"/>
              <a:t>‹#›</a:t>
            </a:fld>
            <a:endParaRPr lang="he-IL"/>
          </a:p>
        </p:txBody>
      </p:sp>
    </p:spTree>
    <p:extLst>
      <p:ext uri="{BB962C8B-B14F-4D97-AF65-F5344CB8AC3E}">
        <p14:creationId xmlns:p14="http://schemas.microsoft.com/office/powerpoint/2010/main" val="7708380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302B641A-AC0F-4287-9BBA-9CC29E62F6C4}" type="datetime8">
              <a:rPr lang="he-IL" smtClean="0"/>
              <a:t>14 פברואר 18</a:t>
            </a:fld>
            <a:endParaRPr lang="he-IL"/>
          </a:p>
        </p:txBody>
      </p:sp>
      <p:sp>
        <p:nvSpPr>
          <p:cNvPr id="3" name="מציין מיקום של כותרת תחתונה 2"/>
          <p:cNvSpPr>
            <a:spLocks noGrp="1"/>
          </p:cNvSpPr>
          <p:nvPr>
            <p:ph type="ftr" sz="quarter" idx="11"/>
          </p:nvPr>
        </p:nvSpPr>
        <p:spPr/>
        <p:txBody>
          <a:bodyPr/>
          <a:lstStyle/>
          <a:p>
            <a:r>
              <a:rPr lang="he-IL" smtClean="0"/>
              <a:t>הבעה בעל פה והוראת העברית -  עדה מאורי  </a:t>
            </a:r>
            <a:endParaRPr lang="he-IL"/>
          </a:p>
        </p:txBody>
      </p:sp>
      <p:sp>
        <p:nvSpPr>
          <p:cNvPr id="4" name="מציין מיקום של מספר שקופית 3"/>
          <p:cNvSpPr>
            <a:spLocks noGrp="1"/>
          </p:cNvSpPr>
          <p:nvPr>
            <p:ph type="sldNum" sz="quarter" idx="12"/>
          </p:nvPr>
        </p:nvSpPr>
        <p:spPr/>
        <p:txBody>
          <a:bodyPr/>
          <a:lstStyle/>
          <a:p>
            <a:fld id="{FBE66F53-928D-46A1-8381-E7D2FF06471F}" type="slidenum">
              <a:rPr lang="he-IL" smtClean="0"/>
              <a:t>‹#›</a:t>
            </a:fld>
            <a:endParaRPr lang="he-IL"/>
          </a:p>
        </p:txBody>
      </p:sp>
    </p:spTree>
    <p:extLst>
      <p:ext uri="{BB962C8B-B14F-4D97-AF65-F5344CB8AC3E}">
        <p14:creationId xmlns:p14="http://schemas.microsoft.com/office/powerpoint/2010/main" val="1143046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457200" y="273050"/>
            <a:ext cx="3008313" cy="1162050"/>
          </a:xfrm>
        </p:spPr>
        <p:txBody>
          <a:bodyPr anchor="b"/>
          <a:lstStyle>
            <a:lvl1pPr algn="r">
              <a:defRPr sz="2000" b="1"/>
            </a:lvl1pPr>
          </a:lstStyle>
          <a:p>
            <a:r>
              <a:rPr lang="he-IL" smtClean="0"/>
              <a:t>לחץ כדי לערוך סגנון כותרת של תבנית בסיס</a:t>
            </a:r>
            <a:endParaRPr lang="he-IL"/>
          </a:p>
        </p:txBody>
      </p:sp>
      <p:sp>
        <p:nvSpPr>
          <p:cNvPr id="3" name="מציין מיקום תוכן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טקסט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smtClean="0"/>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7AD8291B-41BC-4AD0-A47D-5ACF1BC36874}" type="datetime8">
              <a:rPr lang="he-IL" smtClean="0"/>
              <a:t>14 פברואר 18</a:t>
            </a:fld>
            <a:endParaRPr lang="he-IL"/>
          </a:p>
        </p:txBody>
      </p:sp>
      <p:sp>
        <p:nvSpPr>
          <p:cNvPr id="6" name="מציין מיקום של כותרת תחתונה 5"/>
          <p:cNvSpPr>
            <a:spLocks noGrp="1"/>
          </p:cNvSpPr>
          <p:nvPr>
            <p:ph type="ftr" sz="quarter" idx="11"/>
          </p:nvPr>
        </p:nvSpPr>
        <p:spPr/>
        <p:txBody>
          <a:bodyPr/>
          <a:lstStyle/>
          <a:p>
            <a:r>
              <a:rPr lang="he-IL" smtClean="0"/>
              <a:t>הבעה בעל פה והוראת העברית -  עדה מאורי  </a:t>
            </a:r>
            <a:endParaRPr lang="he-IL"/>
          </a:p>
        </p:txBody>
      </p:sp>
      <p:sp>
        <p:nvSpPr>
          <p:cNvPr id="7" name="מציין מיקום של מספר שקופית 6"/>
          <p:cNvSpPr>
            <a:spLocks noGrp="1"/>
          </p:cNvSpPr>
          <p:nvPr>
            <p:ph type="sldNum" sz="quarter" idx="12"/>
          </p:nvPr>
        </p:nvSpPr>
        <p:spPr/>
        <p:txBody>
          <a:bodyPr/>
          <a:lstStyle/>
          <a:p>
            <a:fld id="{FBE66F53-928D-46A1-8381-E7D2FF06471F}" type="slidenum">
              <a:rPr lang="he-IL" smtClean="0"/>
              <a:t>‹#›</a:t>
            </a:fld>
            <a:endParaRPr lang="he-IL"/>
          </a:p>
        </p:txBody>
      </p:sp>
    </p:spTree>
    <p:extLst>
      <p:ext uri="{BB962C8B-B14F-4D97-AF65-F5344CB8AC3E}">
        <p14:creationId xmlns:p14="http://schemas.microsoft.com/office/powerpoint/2010/main" val="8719150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1792288" y="4800600"/>
            <a:ext cx="5486400" cy="566738"/>
          </a:xfrm>
        </p:spPr>
        <p:txBody>
          <a:bodyPr anchor="b"/>
          <a:lstStyle>
            <a:lvl1pPr algn="r">
              <a:defRPr sz="2000" b="1"/>
            </a:lvl1pPr>
          </a:lstStyle>
          <a:p>
            <a:r>
              <a:rPr lang="he-IL" smtClean="0"/>
              <a:t>לחץ כדי לערוך סגנון כותרת של תבנית בסיס</a:t>
            </a:r>
            <a:endParaRPr lang="he-IL"/>
          </a:p>
        </p:txBody>
      </p:sp>
      <p:sp>
        <p:nvSpPr>
          <p:cNvPr id="3" name="מציין מיקום של תמונה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smtClean="0"/>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CCE38517-52AD-4816-AACD-EDE3079E9F06}" type="datetime8">
              <a:rPr lang="he-IL" smtClean="0"/>
              <a:t>14 פברואר 18</a:t>
            </a:fld>
            <a:endParaRPr lang="he-IL"/>
          </a:p>
        </p:txBody>
      </p:sp>
      <p:sp>
        <p:nvSpPr>
          <p:cNvPr id="6" name="מציין מיקום של כותרת תחתונה 5"/>
          <p:cNvSpPr>
            <a:spLocks noGrp="1"/>
          </p:cNvSpPr>
          <p:nvPr>
            <p:ph type="ftr" sz="quarter" idx="11"/>
          </p:nvPr>
        </p:nvSpPr>
        <p:spPr/>
        <p:txBody>
          <a:bodyPr/>
          <a:lstStyle/>
          <a:p>
            <a:r>
              <a:rPr lang="he-IL" smtClean="0"/>
              <a:t>הבעה בעל פה והוראת העברית -  עדה מאורי  </a:t>
            </a:r>
            <a:endParaRPr lang="he-IL"/>
          </a:p>
        </p:txBody>
      </p:sp>
      <p:sp>
        <p:nvSpPr>
          <p:cNvPr id="7" name="מציין מיקום של מספר שקופית 6"/>
          <p:cNvSpPr>
            <a:spLocks noGrp="1"/>
          </p:cNvSpPr>
          <p:nvPr>
            <p:ph type="sldNum" sz="quarter" idx="12"/>
          </p:nvPr>
        </p:nvSpPr>
        <p:spPr/>
        <p:txBody>
          <a:bodyPr/>
          <a:lstStyle/>
          <a:p>
            <a:fld id="{FBE66F53-928D-46A1-8381-E7D2FF06471F}" type="slidenum">
              <a:rPr lang="he-IL" smtClean="0"/>
              <a:t>‹#›</a:t>
            </a:fld>
            <a:endParaRPr lang="he-IL"/>
          </a:p>
        </p:txBody>
      </p:sp>
    </p:spTree>
    <p:extLst>
      <p:ext uri="{BB962C8B-B14F-4D97-AF65-F5344CB8AC3E}">
        <p14:creationId xmlns:p14="http://schemas.microsoft.com/office/powerpoint/2010/main" val="129653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של טקסט אנכי 2"/>
          <p:cNvSpPr>
            <a:spLocks noGrp="1"/>
          </p:cNvSpPr>
          <p:nvPr>
            <p:ph type="body" orient="vert" idx="1"/>
          </p:nvPr>
        </p:nvSpPr>
        <p:spPr/>
        <p:txBody>
          <a:bodyPr vert="eaVert"/>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1B7D9F08-C118-42E4-BF56-7832C0C85270}" type="datetime8">
              <a:rPr lang="he-IL" smtClean="0"/>
              <a:t>14 פברואר 18</a:t>
            </a:fld>
            <a:endParaRPr lang="he-IL"/>
          </a:p>
        </p:txBody>
      </p:sp>
      <p:sp>
        <p:nvSpPr>
          <p:cNvPr id="5" name="מציין מיקום של כותרת תחתונה 4"/>
          <p:cNvSpPr>
            <a:spLocks noGrp="1"/>
          </p:cNvSpPr>
          <p:nvPr>
            <p:ph type="ftr" sz="quarter" idx="11"/>
          </p:nvPr>
        </p:nvSpPr>
        <p:spPr/>
        <p:txBody>
          <a:bodyPr/>
          <a:lstStyle/>
          <a:p>
            <a:r>
              <a:rPr lang="he-IL" smtClean="0"/>
              <a:t>הבעה בעל פה והוראת העברית -  עדה מאורי  </a:t>
            </a:r>
            <a:endParaRPr lang="he-IL"/>
          </a:p>
        </p:txBody>
      </p:sp>
      <p:sp>
        <p:nvSpPr>
          <p:cNvPr id="6" name="מציין מיקום של מספר שקופית 5"/>
          <p:cNvSpPr>
            <a:spLocks noGrp="1"/>
          </p:cNvSpPr>
          <p:nvPr>
            <p:ph type="sldNum" sz="quarter" idx="12"/>
          </p:nvPr>
        </p:nvSpPr>
        <p:spPr/>
        <p:txBody>
          <a:bodyPr/>
          <a:lstStyle/>
          <a:p>
            <a:fld id="{FBE66F53-928D-46A1-8381-E7D2FF06471F}" type="slidenum">
              <a:rPr lang="he-IL" smtClean="0"/>
              <a:t>‹#›</a:t>
            </a:fld>
            <a:endParaRPr lang="he-IL"/>
          </a:p>
        </p:txBody>
      </p:sp>
    </p:spTree>
    <p:extLst>
      <p:ext uri="{BB962C8B-B14F-4D97-AF65-F5344CB8AC3E}">
        <p14:creationId xmlns:p14="http://schemas.microsoft.com/office/powerpoint/2010/main" val="19311996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6629400" y="274638"/>
            <a:ext cx="2057400" cy="5851525"/>
          </a:xfrm>
        </p:spPr>
        <p:txBody>
          <a:bodyPr vert="eaVert"/>
          <a:lstStyle/>
          <a:p>
            <a:r>
              <a:rPr lang="he-IL" smtClean="0"/>
              <a:t>לחץ כדי לערוך סגנון כותרת של תבנית בסיס</a:t>
            </a:r>
            <a:endParaRPr lang="he-IL"/>
          </a:p>
        </p:txBody>
      </p:sp>
      <p:sp>
        <p:nvSpPr>
          <p:cNvPr id="3" name="מציין מיקום של טקסט אנכי 2"/>
          <p:cNvSpPr>
            <a:spLocks noGrp="1"/>
          </p:cNvSpPr>
          <p:nvPr>
            <p:ph type="body" orient="vert" idx="1"/>
          </p:nvPr>
        </p:nvSpPr>
        <p:spPr>
          <a:xfrm>
            <a:off x="457200" y="274638"/>
            <a:ext cx="6019800" cy="5851525"/>
          </a:xfrm>
        </p:spPr>
        <p:txBody>
          <a:bodyPr vert="eaVert"/>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2FA2A5B3-D898-4C34-A850-F1DE0F5DCB6F}" type="datetime8">
              <a:rPr lang="he-IL" smtClean="0"/>
              <a:t>14 פברואר 18</a:t>
            </a:fld>
            <a:endParaRPr lang="he-IL"/>
          </a:p>
        </p:txBody>
      </p:sp>
      <p:sp>
        <p:nvSpPr>
          <p:cNvPr id="5" name="מציין מיקום של כותרת תחתונה 4"/>
          <p:cNvSpPr>
            <a:spLocks noGrp="1"/>
          </p:cNvSpPr>
          <p:nvPr>
            <p:ph type="ftr" sz="quarter" idx="11"/>
          </p:nvPr>
        </p:nvSpPr>
        <p:spPr/>
        <p:txBody>
          <a:bodyPr/>
          <a:lstStyle/>
          <a:p>
            <a:r>
              <a:rPr lang="he-IL" smtClean="0"/>
              <a:t>הבעה בעל פה והוראת העברית -  עדה מאורי  </a:t>
            </a:r>
            <a:endParaRPr lang="he-IL"/>
          </a:p>
        </p:txBody>
      </p:sp>
      <p:sp>
        <p:nvSpPr>
          <p:cNvPr id="6" name="מציין מיקום של מספר שקופית 5"/>
          <p:cNvSpPr>
            <a:spLocks noGrp="1"/>
          </p:cNvSpPr>
          <p:nvPr>
            <p:ph type="sldNum" sz="quarter" idx="12"/>
          </p:nvPr>
        </p:nvSpPr>
        <p:spPr/>
        <p:txBody>
          <a:bodyPr/>
          <a:lstStyle/>
          <a:p>
            <a:fld id="{FBE66F53-928D-46A1-8381-E7D2FF06471F}" type="slidenum">
              <a:rPr lang="he-IL" smtClean="0"/>
              <a:t>‹#›</a:t>
            </a:fld>
            <a:endParaRPr lang="he-IL"/>
          </a:p>
        </p:txBody>
      </p:sp>
    </p:spTree>
    <p:extLst>
      <p:ext uri="{BB962C8B-B14F-4D97-AF65-F5344CB8AC3E}">
        <p14:creationId xmlns:p14="http://schemas.microsoft.com/office/powerpoint/2010/main" val="31020387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457200" y="274638"/>
            <a:ext cx="8229600" cy="1143000"/>
          </a:xfrm>
          <a:prstGeom prst="rect">
            <a:avLst/>
          </a:prstGeom>
        </p:spPr>
        <p:txBody>
          <a:bodyPr vert="horz" lIns="91440" tIns="45720" rIns="91440" bIns="45720" rtlCol="1" anchor="ctr">
            <a:normAutofit/>
          </a:body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457200" y="1600200"/>
            <a:ext cx="8229600" cy="4525963"/>
          </a:xfrm>
          <a:prstGeom prst="rect">
            <a:avLst/>
          </a:prstGeom>
        </p:spPr>
        <p:txBody>
          <a:bodyPr vert="horz" lIns="91440" tIns="45720" rIns="91440" bIns="45720" rtlCol="1">
            <a:normAutofit/>
          </a:body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2"/>
          </p:nvPr>
        </p:nvSpPr>
        <p:spPr>
          <a:xfrm>
            <a:off x="6553200" y="6356350"/>
            <a:ext cx="21336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07836156-2623-4AF1-9162-782143EC02E4}" type="datetime8">
              <a:rPr lang="he-IL" smtClean="0"/>
              <a:t>14 פברואר 18</a:t>
            </a:fld>
            <a:endParaRPr lang="he-IL"/>
          </a:p>
        </p:txBody>
      </p:sp>
      <p:sp>
        <p:nvSpPr>
          <p:cNvPr id="5" name="מציין מיקום של כותרת תחתונה 4"/>
          <p:cNvSpPr>
            <a:spLocks noGrp="1"/>
          </p:cNvSpPr>
          <p:nvPr>
            <p:ph type="ftr" sz="quarter" idx="3"/>
          </p:nvPr>
        </p:nvSpPr>
        <p:spPr>
          <a:xfrm>
            <a:off x="3124200" y="6356350"/>
            <a:ext cx="28956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r>
              <a:rPr lang="he-IL" smtClean="0"/>
              <a:t>הבעה בעל פה והוראת העברית -  עדה מאורי  </a:t>
            </a:r>
            <a:endParaRPr lang="he-IL"/>
          </a:p>
        </p:txBody>
      </p:sp>
      <p:sp>
        <p:nvSpPr>
          <p:cNvPr id="6" name="מציין מיקום של מספר שקופית 5"/>
          <p:cNvSpPr>
            <a:spLocks noGrp="1"/>
          </p:cNvSpPr>
          <p:nvPr>
            <p:ph type="sldNum" sz="quarter" idx="4"/>
          </p:nvPr>
        </p:nvSpPr>
        <p:spPr>
          <a:xfrm>
            <a:off x="457200" y="6356350"/>
            <a:ext cx="21336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FBE66F53-928D-46A1-8381-E7D2FF06471F}" type="slidenum">
              <a:rPr lang="he-IL" smtClean="0"/>
              <a:t>‹#›</a:t>
            </a:fld>
            <a:endParaRPr lang="he-IL"/>
          </a:p>
        </p:txBody>
      </p:sp>
    </p:spTree>
    <p:extLst>
      <p:ext uri="{BB962C8B-B14F-4D97-AF65-F5344CB8AC3E}">
        <p14:creationId xmlns:p14="http://schemas.microsoft.com/office/powerpoint/2010/main" val="42207380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1" eaLnBrk="1" latinLnBrk="0" hangingPunct="1">
        <a:spcBef>
          <a:spcPct val="0"/>
        </a:spcBef>
        <a:buNone/>
        <a:defRPr sz="4400" kern="1200">
          <a:solidFill>
            <a:schemeClr val="tx1"/>
          </a:solidFill>
          <a:latin typeface="+mj-lt"/>
          <a:ea typeface="+mj-ea"/>
          <a:cs typeface="+mj-cs"/>
        </a:defRPr>
      </a:lvl1pPr>
    </p:titleStyle>
    <p:bodyStyle>
      <a:lvl1pPr marL="342900" indent="-342900" algn="r" defTabSz="914400" rtl="1"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hyperlink" Target="http://cms.education.gov.il/EducationCMS/Units/MinhalPedagogi/" TargetMode="External"/><Relationship Id="rId4" Type="http://schemas.openxmlformats.org/officeDocument/2006/relationships/hyperlink" Target="http://edu.gov.il/" TargetMode="Externa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sites.google.com/site/60shanalamedina/asor2/movil"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hyperlink" Target="https://sites.google.com/site/60shanalamedina/asor2/movil"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meyda.education.gov.il/files/Pop/0files/ivrit_hinuch_leshoni/Chativat-Beynayim/habaa_bap/2Kartisiya010k_bekoltalmidtext_menokad.pdf"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www.taharlev.com/makama.asp?id=15" TargetMode="External"/></Relationships>
</file>

<file path=ppt/slides/_rels/slide6.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hyperlink" Target="https://www.youtube.com/watch?v=iNcKTnJElfE" TargetMode="Externa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hyperlink" Target="https://www.youtube.com/watch?v=oXTGpbzQXsc" TargetMode="Externa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hyperlink" Target="http://www.nostal.co.il/Site.asp?table=Terms&amp;option=single&amp;serial=4564&amp;subject=%E9%E5%ED%20%E4%F2%F6%EE%E0%E5%FA&amp;portal=%E7%E2%20%E5%EE%E5%F2%E3" TargetMode="Externa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roshhashana.walla.co.il/" TargetMode="Externa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roshhashana.walla.co.il/category.php?id=1062" TargetMode="External"/><Relationship Id="rId2" Type="http://schemas.openxmlformats.org/officeDocument/2006/relationships/hyperlink" Target="https://roshhashana.walla.co.il/" TargetMode="Externa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www.20il.co.il/author/%D7%9E%D7%A2%D7%A8%D7%9B%D7%AA%20%D7%A2%D7%A8%D7%95%D7%A5%2020/" TargetMode="External"/><Relationship Id="rId2" Type="http://schemas.openxmlformats.org/officeDocument/2006/relationships/hyperlink" Target="https://www.20il.co.il/%d7%a8%d7%92%d7%91-%d7%a9%d7%95%d7%a7%d7%9c%d7%aa-%d7%a7%d7%99%d7%95%d7%9d-%d7%9e%d7%a6%d7%a2%d7%93-%d7%a6%d7%91%d7%90%d7%99-%d7%91%d7%97%d7%92%d7%99%d7%92%d7%95%d7%aa-%d7%94-70-%d7%9c%d7%99%d7%a9/" TargetMode="Externa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www.youtube.com/watch?v=oXTGpbzQXsc"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ctrTitle"/>
          </p:nvPr>
        </p:nvSpPr>
        <p:spPr>
          <a:xfrm>
            <a:off x="35496" y="21423"/>
            <a:ext cx="9073008" cy="1247337"/>
          </a:xfrm>
        </p:spPr>
        <p:txBody>
          <a:bodyPr>
            <a:normAutofit fontScale="90000"/>
          </a:bodyPr>
          <a:lstStyle/>
          <a:p>
            <a:pPr rtl="0" fontAlgn="t"/>
            <a:r>
              <a:rPr lang="en-US" dirty="0"/>
              <a:t/>
            </a:r>
            <a:br>
              <a:rPr lang="en-US" dirty="0"/>
            </a:br>
            <a:r>
              <a:rPr lang="he-IL" b="1" dirty="0">
                <a:solidFill>
                  <a:schemeClr val="tx2"/>
                </a:solidFill>
              </a:rPr>
              <a:t>70 שנה לעצמאות מדינת ישראל 1948 - 2018</a:t>
            </a:r>
            <a:r>
              <a:rPr lang="en-US" dirty="0"/>
              <a:t/>
            </a:r>
            <a:br>
              <a:rPr lang="en-US" dirty="0"/>
            </a:br>
            <a:endParaRPr lang="he-IL" dirty="0"/>
          </a:p>
        </p:txBody>
      </p:sp>
      <p:pic>
        <p:nvPicPr>
          <p:cNvPr id="4" name="תמונה 3" descr="http://edu.gov.il/special/israel70/SiteCollectionImages/hp/collage.jpg"/>
          <p:cNvPicPr/>
          <p:nvPr/>
        </p:nvPicPr>
        <p:blipFill>
          <a:blip r:embed="rId2">
            <a:extLst>
              <a:ext uri="{28A0092B-C50C-407E-A947-70E740481C1C}">
                <a14:useLocalDpi xmlns:a14="http://schemas.microsoft.com/office/drawing/2010/main" val="0"/>
              </a:ext>
            </a:extLst>
          </a:blip>
          <a:srcRect/>
          <a:stretch>
            <a:fillRect/>
          </a:stretch>
        </p:blipFill>
        <p:spPr bwMode="auto">
          <a:xfrm>
            <a:off x="107504" y="1176077"/>
            <a:ext cx="8928992" cy="3168352"/>
          </a:xfrm>
          <a:prstGeom prst="rect">
            <a:avLst/>
          </a:prstGeom>
          <a:noFill/>
          <a:ln>
            <a:noFill/>
          </a:ln>
        </p:spPr>
      </p:pic>
      <p:pic>
        <p:nvPicPr>
          <p:cNvPr id="5" name="תמונה 4" descr="חוקרים את העבר, מוקירים את ההווה, חוזים את העתיד"/>
          <p:cNvPicPr/>
          <p:nvPr/>
        </p:nvPicPr>
        <p:blipFill>
          <a:blip r:embed="rId3">
            <a:extLst>
              <a:ext uri="{28A0092B-C50C-407E-A947-70E740481C1C}">
                <a14:useLocalDpi xmlns:a14="http://schemas.microsoft.com/office/drawing/2010/main" val="0"/>
              </a:ext>
            </a:extLst>
          </a:blip>
          <a:srcRect/>
          <a:stretch>
            <a:fillRect/>
          </a:stretch>
        </p:blipFill>
        <p:spPr bwMode="auto">
          <a:xfrm>
            <a:off x="0" y="4365104"/>
            <a:ext cx="8928992" cy="981075"/>
          </a:xfrm>
          <a:prstGeom prst="rect">
            <a:avLst/>
          </a:prstGeom>
          <a:noFill/>
          <a:ln>
            <a:noFill/>
          </a:ln>
        </p:spPr>
      </p:pic>
      <p:sp>
        <p:nvSpPr>
          <p:cNvPr id="6" name="מלבן 5"/>
          <p:cNvSpPr/>
          <p:nvPr/>
        </p:nvSpPr>
        <p:spPr>
          <a:xfrm>
            <a:off x="107504" y="6093296"/>
            <a:ext cx="4572000" cy="646331"/>
          </a:xfrm>
          <a:prstGeom prst="rect">
            <a:avLst/>
          </a:prstGeom>
        </p:spPr>
        <p:txBody>
          <a:bodyPr>
            <a:spAutoFit/>
          </a:bodyPr>
          <a:lstStyle/>
          <a:p>
            <a:pPr algn="l"/>
            <a:endParaRPr lang="he-IL" sz="1200" dirty="0" smtClean="0">
              <a:latin typeface="David" panose="020E0502060401010101" pitchFamily="34" charset="-79"/>
              <a:cs typeface="David" panose="020E0502060401010101" pitchFamily="34" charset="-79"/>
              <a:hlinkClick r:id="rId4"/>
            </a:endParaRPr>
          </a:p>
          <a:p>
            <a:pPr algn="l"/>
            <a:endParaRPr lang="he-IL" sz="1200" dirty="0">
              <a:latin typeface="David" panose="020E0502060401010101" pitchFamily="34" charset="-79"/>
              <a:cs typeface="David" panose="020E0502060401010101" pitchFamily="34" charset="-79"/>
              <a:hlinkClick r:id="rId4"/>
            </a:endParaRPr>
          </a:p>
          <a:p>
            <a:pPr algn="l"/>
            <a:r>
              <a:rPr lang="he-IL" sz="1200" dirty="0" smtClean="0">
                <a:latin typeface="David" panose="020E0502060401010101" pitchFamily="34" charset="-79"/>
                <a:cs typeface="David" panose="020E0502060401010101" pitchFamily="34" charset="-79"/>
                <a:hlinkClick r:id="rId4"/>
              </a:rPr>
              <a:t>מדינת </a:t>
            </a:r>
            <a:r>
              <a:rPr lang="he-IL" sz="1200" dirty="0">
                <a:latin typeface="David" panose="020E0502060401010101" pitchFamily="34" charset="-79"/>
                <a:cs typeface="David" panose="020E0502060401010101" pitchFamily="34" charset="-79"/>
                <a:hlinkClick r:id="rId4"/>
              </a:rPr>
              <a:t>ישראל, משרד </a:t>
            </a:r>
            <a:r>
              <a:rPr lang="he-IL" sz="1200" dirty="0" smtClean="0">
                <a:latin typeface="David" panose="020E0502060401010101" pitchFamily="34" charset="-79"/>
                <a:cs typeface="David" panose="020E0502060401010101" pitchFamily="34" charset="-79"/>
                <a:hlinkClick r:id="rId4"/>
              </a:rPr>
              <a:t>החינוך</a:t>
            </a:r>
            <a:r>
              <a:rPr lang="he-IL" sz="1200" dirty="0" smtClean="0">
                <a:latin typeface="David" panose="020E0502060401010101" pitchFamily="34" charset="-79"/>
                <a:cs typeface="David" panose="020E0502060401010101" pitchFamily="34" charset="-79"/>
              </a:rPr>
              <a:t> </a:t>
            </a:r>
            <a:r>
              <a:rPr lang="he-IL" sz="1200" dirty="0" err="1" smtClean="0">
                <a:latin typeface="David" panose="020E0502060401010101" pitchFamily="34" charset="-79"/>
                <a:cs typeface="David" panose="020E0502060401010101" pitchFamily="34" charset="-79"/>
                <a:hlinkClick r:id="rId5"/>
              </a:rPr>
              <a:t>המינהל</a:t>
            </a:r>
            <a:r>
              <a:rPr lang="he-IL" sz="1200" dirty="0" smtClean="0">
                <a:latin typeface="David" panose="020E0502060401010101" pitchFamily="34" charset="-79"/>
                <a:cs typeface="David" panose="020E0502060401010101" pitchFamily="34" charset="-79"/>
                <a:hlinkClick r:id="rId5"/>
              </a:rPr>
              <a:t> </a:t>
            </a:r>
            <a:r>
              <a:rPr lang="he-IL" sz="1200" dirty="0">
                <a:latin typeface="David" panose="020E0502060401010101" pitchFamily="34" charset="-79"/>
                <a:cs typeface="David" panose="020E0502060401010101" pitchFamily="34" charset="-79"/>
                <a:hlinkClick r:id="rId5"/>
              </a:rPr>
              <a:t>הפדגוגי</a:t>
            </a:r>
            <a:endParaRPr lang="he-IL" sz="1200" dirty="0">
              <a:latin typeface="David" panose="020E0502060401010101" pitchFamily="34" charset="-79"/>
              <a:cs typeface="David" panose="020E0502060401010101" pitchFamily="34" charset="-79"/>
            </a:endParaRPr>
          </a:p>
        </p:txBody>
      </p:sp>
      <p:sp>
        <p:nvSpPr>
          <p:cNvPr id="3" name="מציין מיקום של כותרת תחתונה 2"/>
          <p:cNvSpPr>
            <a:spLocks noGrp="1"/>
          </p:cNvSpPr>
          <p:nvPr>
            <p:ph type="ftr" sz="quarter" idx="11"/>
          </p:nvPr>
        </p:nvSpPr>
        <p:spPr/>
        <p:txBody>
          <a:bodyPr/>
          <a:lstStyle/>
          <a:p>
            <a:r>
              <a:rPr lang="he-IL" smtClean="0"/>
              <a:t>הבעה בעל פה והוראת העברית -  עדה מאורי  </a:t>
            </a:r>
            <a:endParaRPr lang="he-IL"/>
          </a:p>
        </p:txBody>
      </p:sp>
    </p:spTree>
    <p:extLst>
      <p:ext uri="{BB962C8B-B14F-4D97-AF65-F5344CB8AC3E}">
        <p14:creationId xmlns:p14="http://schemas.microsoft.com/office/powerpoint/2010/main" val="191338582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ctrTitle"/>
          </p:nvPr>
        </p:nvSpPr>
        <p:spPr>
          <a:xfrm>
            <a:off x="35496" y="21423"/>
            <a:ext cx="9073008" cy="959305"/>
          </a:xfrm>
        </p:spPr>
        <p:txBody>
          <a:bodyPr/>
          <a:lstStyle/>
          <a:p>
            <a:r>
              <a:rPr lang="he-IL" b="1" dirty="0" smtClean="0">
                <a:solidFill>
                  <a:schemeClr val="tx2"/>
                </a:solidFill>
                <a:latin typeface="David" panose="020E0502060401010101" pitchFamily="34" charset="-79"/>
                <a:cs typeface="David" panose="020E0502060401010101" pitchFamily="34" charset="-79"/>
              </a:rPr>
              <a:t>סיפורה של המדינה בשבעה עשורים</a:t>
            </a:r>
            <a:endParaRPr lang="he-IL" b="1" dirty="0">
              <a:solidFill>
                <a:schemeClr val="tx2"/>
              </a:solidFill>
              <a:latin typeface="David" panose="020E0502060401010101" pitchFamily="34" charset="-79"/>
              <a:cs typeface="David" panose="020E0502060401010101" pitchFamily="34" charset="-79"/>
            </a:endParaRPr>
          </a:p>
        </p:txBody>
      </p:sp>
      <p:sp>
        <p:nvSpPr>
          <p:cNvPr id="3" name="כותרת משנה 2"/>
          <p:cNvSpPr>
            <a:spLocks noGrp="1"/>
          </p:cNvSpPr>
          <p:nvPr>
            <p:ph type="subTitle" idx="1"/>
          </p:nvPr>
        </p:nvSpPr>
        <p:spPr>
          <a:xfrm>
            <a:off x="107504" y="3886200"/>
            <a:ext cx="9001000" cy="2971800"/>
          </a:xfrm>
        </p:spPr>
        <p:txBody>
          <a:bodyPr/>
          <a:lstStyle/>
          <a:p>
            <a:endParaRPr lang="en-US" dirty="0" smtClean="0"/>
          </a:p>
          <a:p>
            <a:endParaRPr lang="en-US" dirty="0"/>
          </a:p>
          <a:p>
            <a:r>
              <a:rPr lang="he-IL" sz="2000" dirty="0" smtClean="0">
                <a:solidFill>
                  <a:schemeClr val="tx2"/>
                </a:solidFill>
                <a:latin typeface="David" panose="020E0502060401010101" pitchFamily="34" charset="-79"/>
                <a:cs typeface="David" panose="020E0502060401010101" pitchFamily="34" charset="-79"/>
              </a:rPr>
              <a:t>עבודה ב- 7 קבוצות , כל קבוצה מתמקדת בעשור אחד משבעת עשוריה של המדינה</a:t>
            </a:r>
          </a:p>
          <a:p>
            <a:r>
              <a:rPr lang="he-IL" sz="2000" dirty="0" smtClean="0">
                <a:solidFill>
                  <a:schemeClr val="tx2"/>
                </a:solidFill>
                <a:latin typeface="David" panose="020E0502060401010101" pitchFamily="34" charset="-79"/>
                <a:cs typeface="David" panose="020E0502060401010101" pitchFamily="34" charset="-79"/>
              </a:rPr>
              <a:t>חיפוש מקורות במרשתת או בספרי יעץ אירועים עיקריים בכל עשור </a:t>
            </a:r>
          </a:p>
          <a:p>
            <a:r>
              <a:rPr lang="he-IL" sz="2000" dirty="0" smtClean="0">
                <a:solidFill>
                  <a:schemeClr val="tx2"/>
                </a:solidFill>
                <a:latin typeface="David" panose="020E0502060401010101" pitchFamily="34" charset="-79"/>
                <a:cs typeface="David" panose="020E0502060401010101" pitchFamily="34" charset="-79"/>
              </a:rPr>
              <a:t>בחירת אירוע המשמעותי ביותר שיוצג על ידי הקבוצה מהיבטיו השונים בכיתה</a:t>
            </a:r>
          </a:p>
          <a:p>
            <a:r>
              <a:rPr lang="he-IL" sz="2000" dirty="0" smtClean="0">
                <a:solidFill>
                  <a:schemeClr val="tx2"/>
                </a:solidFill>
                <a:latin typeface="David" panose="020E0502060401010101" pitchFamily="34" charset="-79"/>
                <a:cs typeface="David" panose="020E0502060401010101" pitchFamily="34" charset="-79"/>
              </a:rPr>
              <a:t> </a:t>
            </a:r>
            <a:endParaRPr lang="he-IL" sz="2000" dirty="0">
              <a:solidFill>
                <a:schemeClr val="tx2"/>
              </a:solidFill>
              <a:latin typeface="David" panose="020E0502060401010101" pitchFamily="34" charset="-79"/>
              <a:cs typeface="David" panose="020E0502060401010101" pitchFamily="34" charset="-79"/>
            </a:endParaRPr>
          </a:p>
        </p:txBody>
      </p:sp>
      <p:graphicFrame>
        <p:nvGraphicFramePr>
          <p:cNvPr id="4" name="דיאגרמה 3"/>
          <p:cNvGraphicFramePr/>
          <p:nvPr>
            <p:extLst>
              <p:ext uri="{D42A27DB-BD31-4B8C-83A1-F6EECF244321}">
                <p14:modId xmlns:p14="http://schemas.microsoft.com/office/powerpoint/2010/main" val="90320682"/>
              </p:ext>
            </p:extLst>
          </p:nvPr>
        </p:nvGraphicFramePr>
        <p:xfrm>
          <a:off x="1619672" y="90872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מציין מיקום של כותרת תחתונה 4"/>
          <p:cNvSpPr>
            <a:spLocks noGrp="1"/>
          </p:cNvSpPr>
          <p:nvPr>
            <p:ph type="ftr" sz="quarter" idx="11"/>
          </p:nvPr>
        </p:nvSpPr>
        <p:spPr/>
        <p:txBody>
          <a:bodyPr/>
          <a:lstStyle/>
          <a:p>
            <a:r>
              <a:rPr lang="he-IL" smtClean="0"/>
              <a:t>הבעה בעל פה והוראת העברית -  עדה מאורי  </a:t>
            </a:r>
            <a:endParaRPr lang="he-IL"/>
          </a:p>
        </p:txBody>
      </p:sp>
    </p:spTree>
    <p:extLst>
      <p:ext uri="{BB962C8B-B14F-4D97-AF65-F5344CB8AC3E}">
        <p14:creationId xmlns:p14="http://schemas.microsoft.com/office/powerpoint/2010/main" val="422569858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ctrTitle"/>
          </p:nvPr>
        </p:nvSpPr>
        <p:spPr>
          <a:xfrm>
            <a:off x="3563888" y="188640"/>
            <a:ext cx="5468144" cy="1470025"/>
          </a:xfrm>
        </p:spPr>
        <p:txBody>
          <a:bodyPr/>
          <a:lstStyle/>
          <a:p>
            <a:endParaRPr lang="he-IL" dirty="0"/>
          </a:p>
        </p:txBody>
      </p:sp>
      <p:sp>
        <p:nvSpPr>
          <p:cNvPr id="3" name="כותרת משנה 2"/>
          <p:cNvSpPr>
            <a:spLocks noGrp="1"/>
          </p:cNvSpPr>
          <p:nvPr>
            <p:ph type="subTitle" idx="1"/>
          </p:nvPr>
        </p:nvSpPr>
        <p:spPr>
          <a:xfrm>
            <a:off x="3059833" y="27892"/>
            <a:ext cx="6069920" cy="6713476"/>
          </a:xfrm>
        </p:spPr>
        <p:txBody>
          <a:bodyPr>
            <a:normAutofit/>
          </a:bodyPr>
          <a:lstStyle/>
          <a:p>
            <a:pPr algn="r"/>
            <a:r>
              <a:rPr lang="he-IL" sz="3600" b="1" dirty="0" smtClean="0">
                <a:solidFill>
                  <a:schemeClr val="tx2"/>
                </a:solidFill>
                <a:latin typeface="David" panose="020E0502060401010101" pitchFamily="34" charset="-79"/>
                <a:cs typeface="David" panose="020E0502060401010101" pitchFamily="34" charset="-79"/>
                <a:hlinkClick r:id="rId2"/>
              </a:rPr>
              <a:t>אירועים מכוננים בתולדות המדינה</a:t>
            </a:r>
            <a:endParaRPr lang="he-IL" sz="3600" b="1" dirty="0" smtClean="0">
              <a:solidFill>
                <a:schemeClr val="tx2"/>
              </a:solidFill>
              <a:latin typeface="David" panose="020E0502060401010101" pitchFamily="34" charset="-79"/>
              <a:cs typeface="David" panose="020E0502060401010101" pitchFamily="34" charset="-79"/>
            </a:endParaRPr>
          </a:p>
          <a:p>
            <a:pPr algn="r"/>
            <a:endParaRPr lang="he-IL" sz="2800" dirty="0" smtClean="0">
              <a:solidFill>
                <a:schemeClr val="tx2"/>
              </a:solidFill>
              <a:latin typeface="David" panose="020E0502060401010101" pitchFamily="34" charset="-79"/>
              <a:cs typeface="David" panose="020E0502060401010101" pitchFamily="34" charset="-79"/>
            </a:endParaRPr>
          </a:p>
          <a:p>
            <a:pPr algn="r"/>
            <a:r>
              <a:rPr lang="he-IL" sz="2800" dirty="0" smtClean="0">
                <a:solidFill>
                  <a:schemeClr val="tx2"/>
                </a:solidFill>
                <a:latin typeface="David" panose="020E0502060401010101" pitchFamily="34" charset="-79"/>
                <a:cs typeface="David" panose="020E0502060401010101" pitchFamily="34" charset="-79"/>
              </a:rPr>
              <a:t>חלוקת הכיתה ל- 7 קבוצות</a:t>
            </a:r>
          </a:p>
          <a:p>
            <a:pPr algn="r"/>
            <a:r>
              <a:rPr lang="he-IL" sz="2800" dirty="0" smtClean="0">
                <a:solidFill>
                  <a:schemeClr val="tx2"/>
                </a:solidFill>
                <a:latin typeface="David" panose="020E0502060401010101" pitchFamily="34" charset="-79"/>
                <a:cs typeface="David" panose="020E0502060401010101" pitchFamily="34" charset="-79"/>
              </a:rPr>
              <a:t>כל קבוצה מתמחה בעשור למדינה</a:t>
            </a:r>
          </a:p>
          <a:p>
            <a:pPr algn="r"/>
            <a:r>
              <a:rPr lang="he-IL" sz="2400" b="1" dirty="0" smtClean="0">
                <a:solidFill>
                  <a:schemeClr val="tx2"/>
                </a:solidFill>
                <a:latin typeface="David" panose="020E0502060401010101" pitchFamily="34" charset="-79"/>
                <a:cs typeface="David" panose="020E0502060401010101" pitchFamily="34" charset="-79"/>
              </a:rPr>
              <a:t>שלב א' </a:t>
            </a:r>
            <a:r>
              <a:rPr lang="he-IL" sz="2400" dirty="0" smtClean="0">
                <a:solidFill>
                  <a:schemeClr val="tx2"/>
                </a:solidFill>
                <a:latin typeface="David" panose="020E0502060401010101" pitchFamily="34" charset="-79"/>
                <a:cs typeface="David" panose="020E0502060401010101" pitchFamily="34" charset="-79"/>
              </a:rPr>
              <a:t>חיפוש מידע על אירועים</a:t>
            </a:r>
          </a:p>
          <a:p>
            <a:pPr algn="r"/>
            <a:r>
              <a:rPr lang="he-IL" sz="2400" dirty="0">
                <a:solidFill>
                  <a:schemeClr val="tx2"/>
                </a:solidFill>
                <a:latin typeface="David" panose="020E0502060401010101" pitchFamily="34" charset="-79"/>
                <a:cs typeface="David" panose="020E0502060401010101" pitchFamily="34" charset="-79"/>
              </a:rPr>
              <a:t> </a:t>
            </a:r>
            <a:r>
              <a:rPr lang="he-IL" sz="2400" dirty="0" smtClean="0">
                <a:solidFill>
                  <a:schemeClr val="tx2"/>
                </a:solidFill>
                <a:latin typeface="David" panose="020E0502060401010101" pitchFamily="34" charset="-79"/>
                <a:cs typeface="David" panose="020E0502060401010101" pitchFamily="34" charset="-79"/>
              </a:rPr>
              <a:t>            בחירת האירועים הנבחרים מתחומי חיים</a:t>
            </a:r>
          </a:p>
          <a:p>
            <a:pPr algn="r"/>
            <a:r>
              <a:rPr lang="he-IL" sz="2400" dirty="0">
                <a:solidFill>
                  <a:schemeClr val="tx2"/>
                </a:solidFill>
                <a:latin typeface="David" panose="020E0502060401010101" pitchFamily="34" charset="-79"/>
                <a:cs typeface="David" panose="020E0502060401010101" pitchFamily="34" charset="-79"/>
              </a:rPr>
              <a:t> </a:t>
            </a:r>
            <a:r>
              <a:rPr lang="he-IL" sz="2400" dirty="0" smtClean="0">
                <a:solidFill>
                  <a:schemeClr val="tx2"/>
                </a:solidFill>
                <a:latin typeface="David" panose="020E0502060401010101" pitchFamily="34" charset="-79"/>
                <a:cs typeface="David" panose="020E0502060401010101" pitchFamily="34" charset="-79"/>
              </a:rPr>
              <a:t>            כל חבר בקבוצה מכין שקף המציג את האירוע</a:t>
            </a:r>
          </a:p>
          <a:p>
            <a:pPr algn="r"/>
            <a:r>
              <a:rPr lang="he-IL" sz="2400" b="1" dirty="0" smtClean="0">
                <a:solidFill>
                  <a:schemeClr val="tx2"/>
                </a:solidFill>
                <a:latin typeface="David" panose="020E0502060401010101" pitchFamily="34" charset="-79"/>
                <a:cs typeface="David" panose="020E0502060401010101" pitchFamily="34" charset="-79"/>
              </a:rPr>
              <a:t>שלב ב' </a:t>
            </a:r>
            <a:r>
              <a:rPr lang="he-IL" sz="2400" dirty="0" smtClean="0">
                <a:solidFill>
                  <a:schemeClr val="tx2"/>
                </a:solidFill>
                <a:latin typeface="David" panose="020E0502060401010101" pitchFamily="34" charset="-79"/>
                <a:cs typeface="David" panose="020E0502060401010101" pitchFamily="34" charset="-79"/>
              </a:rPr>
              <a:t>מיזוג בין האירועים וחשיבה על אופן הצגתם</a:t>
            </a:r>
          </a:p>
          <a:p>
            <a:pPr algn="r"/>
            <a:r>
              <a:rPr lang="he-IL" sz="2400" dirty="0" smtClean="0">
                <a:solidFill>
                  <a:schemeClr val="tx2"/>
                </a:solidFill>
                <a:latin typeface="David" panose="020E0502060401010101" pitchFamily="34" charset="-79"/>
                <a:cs typeface="David" panose="020E0502060401010101" pitchFamily="34" charset="-79"/>
              </a:rPr>
              <a:t>             הכנת המיצג היצירתי, העמקה בהסברים</a:t>
            </a:r>
          </a:p>
          <a:p>
            <a:pPr algn="r"/>
            <a:r>
              <a:rPr lang="he-IL" sz="2400" dirty="0">
                <a:solidFill>
                  <a:schemeClr val="tx2"/>
                </a:solidFill>
                <a:latin typeface="David" panose="020E0502060401010101" pitchFamily="34" charset="-79"/>
                <a:cs typeface="David" panose="020E0502060401010101" pitchFamily="34" charset="-79"/>
              </a:rPr>
              <a:t> </a:t>
            </a:r>
            <a:r>
              <a:rPr lang="he-IL" sz="2400" dirty="0" smtClean="0">
                <a:solidFill>
                  <a:schemeClr val="tx2"/>
                </a:solidFill>
                <a:latin typeface="David" panose="020E0502060401010101" pitchFamily="34" charset="-79"/>
                <a:cs typeface="David" panose="020E0502060401010101" pitchFamily="34" charset="-79"/>
              </a:rPr>
              <a:t>            חיפוש אמצעי המחשה</a:t>
            </a:r>
          </a:p>
          <a:p>
            <a:pPr algn="r"/>
            <a:r>
              <a:rPr lang="he-IL" sz="2400" b="1" dirty="0" smtClean="0">
                <a:solidFill>
                  <a:schemeClr val="tx2"/>
                </a:solidFill>
                <a:latin typeface="David" panose="020E0502060401010101" pitchFamily="34" charset="-79"/>
                <a:cs typeface="David" panose="020E0502060401010101" pitchFamily="34" charset="-79"/>
              </a:rPr>
              <a:t>שלב ג'  </a:t>
            </a:r>
            <a:r>
              <a:rPr lang="he-IL" sz="2400" dirty="0" smtClean="0">
                <a:solidFill>
                  <a:schemeClr val="tx2"/>
                </a:solidFill>
                <a:latin typeface="David" panose="020E0502060401010101" pitchFamily="34" charset="-79"/>
                <a:cs typeface="David" panose="020E0502060401010101" pitchFamily="34" charset="-79"/>
              </a:rPr>
              <a:t>הכנה להרצאה יצירת רצפים ואימון בקבוצה</a:t>
            </a:r>
          </a:p>
          <a:p>
            <a:pPr algn="r"/>
            <a:r>
              <a:rPr lang="he-IL" sz="2400" b="1" dirty="0" smtClean="0">
                <a:solidFill>
                  <a:schemeClr val="tx2"/>
                </a:solidFill>
                <a:latin typeface="David" panose="020E0502060401010101" pitchFamily="34" charset="-79"/>
                <a:cs typeface="David" panose="020E0502060401010101" pitchFamily="34" charset="-79"/>
              </a:rPr>
              <a:t>שלב ד' </a:t>
            </a:r>
            <a:r>
              <a:rPr lang="he-IL" sz="2400" dirty="0" smtClean="0">
                <a:solidFill>
                  <a:schemeClr val="tx2"/>
                </a:solidFill>
                <a:latin typeface="David" panose="020E0502060401010101" pitchFamily="34" charset="-79"/>
                <a:cs typeface="David" panose="020E0502060401010101" pitchFamily="34" charset="-79"/>
              </a:rPr>
              <a:t>הצגת האירועים בפני הכיתה וקבלת משוב</a:t>
            </a:r>
          </a:p>
          <a:p>
            <a:pPr algn="r"/>
            <a:r>
              <a:rPr lang="he-IL" sz="2400" dirty="0">
                <a:solidFill>
                  <a:schemeClr val="tx2"/>
                </a:solidFill>
                <a:latin typeface="David" panose="020E0502060401010101" pitchFamily="34" charset="-79"/>
                <a:cs typeface="David" panose="020E0502060401010101" pitchFamily="34" charset="-79"/>
              </a:rPr>
              <a:t> </a:t>
            </a:r>
            <a:r>
              <a:rPr lang="he-IL" sz="2400" b="1" u="sng" dirty="0" smtClean="0">
                <a:solidFill>
                  <a:schemeClr val="tx2"/>
                </a:solidFill>
                <a:latin typeface="David" panose="020E0502060401010101" pitchFamily="34" charset="-79"/>
                <a:cs typeface="David" panose="020E0502060401010101" pitchFamily="34" charset="-79"/>
              </a:rPr>
              <a:t>לתלקיט</a:t>
            </a:r>
            <a:r>
              <a:rPr lang="he-IL" sz="2400" b="1" dirty="0" smtClean="0">
                <a:solidFill>
                  <a:schemeClr val="tx2"/>
                </a:solidFill>
                <a:latin typeface="David" panose="020E0502060401010101" pitchFamily="34" charset="-79"/>
                <a:cs typeface="David" panose="020E0502060401010101" pitchFamily="34" charset="-79"/>
              </a:rPr>
              <a:t> : </a:t>
            </a:r>
            <a:r>
              <a:rPr lang="he-IL" sz="2400" dirty="0" smtClean="0">
                <a:solidFill>
                  <a:schemeClr val="tx2"/>
                </a:solidFill>
                <a:latin typeface="David" panose="020E0502060401010101" pitchFamily="34" charset="-79"/>
                <a:cs typeface="David" panose="020E0502060401010101" pitchFamily="34" charset="-79"/>
              </a:rPr>
              <a:t>עדויות על איתור המידע וסיכום המקורות</a:t>
            </a:r>
          </a:p>
          <a:p>
            <a:pPr algn="r"/>
            <a:r>
              <a:rPr lang="he-IL" sz="2400" dirty="0">
                <a:solidFill>
                  <a:schemeClr val="tx2"/>
                </a:solidFill>
                <a:latin typeface="David" panose="020E0502060401010101" pitchFamily="34" charset="-79"/>
                <a:cs typeface="David" panose="020E0502060401010101" pitchFamily="34" charset="-79"/>
              </a:rPr>
              <a:t> </a:t>
            </a:r>
            <a:r>
              <a:rPr lang="he-IL" sz="2400" dirty="0" smtClean="0">
                <a:solidFill>
                  <a:schemeClr val="tx2"/>
                </a:solidFill>
                <a:latin typeface="David" panose="020E0502060401010101" pitchFamily="34" charset="-79"/>
                <a:cs typeface="David" panose="020E0502060401010101" pitchFamily="34" charset="-79"/>
              </a:rPr>
              <a:t>                  משוב אישי ומשוב קבוצתי </a:t>
            </a:r>
          </a:p>
        </p:txBody>
      </p:sp>
      <p:pic>
        <p:nvPicPr>
          <p:cNvPr id="1026" name="Picture 2" descr="https://sites.google.com/site/60shanalamedina/_/rsrc/1264187520528/home/map.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7892"/>
            <a:ext cx="3203848"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503713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ctrTitle"/>
          </p:nvPr>
        </p:nvSpPr>
        <p:spPr>
          <a:xfrm>
            <a:off x="35496" y="21423"/>
            <a:ext cx="9073008" cy="959305"/>
          </a:xfrm>
        </p:spPr>
        <p:txBody>
          <a:bodyPr>
            <a:normAutofit/>
          </a:bodyPr>
          <a:lstStyle/>
          <a:p>
            <a:r>
              <a:rPr lang="he-IL" b="1" dirty="0" smtClean="0">
                <a:solidFill>
                  <a:schemeClr val="tx2"/>
                </a:solidFill>
                <a:latin typeface="David" panose="020E0502060401010101" pitchFamily="34" charset="-79"/>
                <a:cs typeface="David" panose="020E0502060401010101" pitchFamily="34" charset="-79"/>
                <a:hlinkClick r:id="rId2"/>
              </a:rPr>
              <a:t>"נתיב האירועים – ישראל בת שבעים"</a:t>
            </a:r>
            <a:endParaRPr lang="he-IL" b="1" dirty="0">
              <a:solidFill>
                <a:schemeClr val="tx2"/>
              </a:solidFill>
              <a:latin typeface="David" panose="020E0502060401010101" pitchFamily="34" charset="-79"/>
              <a:cs typeface="David" panose="020E0502060401010101" pitchFamily="34" charset="-79"/>
            </a:endParaRPr>
          </a:p>
        </p:txBody>
      </p:sp>
      <p:sp>
        <p:nvSpPr>
          <p:cNvPr id="3" name="כותרת משנה 2"/>
          <p:cNvSpPr>
            <a:spLocks noGrp="1"/>
          </p:cNvSpPr>
          <p:nvPr>
            <p:ph type="subTitle" idx="1"/>
          </p:nvPr>
        </p:nvSpPr>
        <p:spPr>
          <a:xfrm>
            <a:off x="107504" y="1124744"/>
            <a:ext cx="9001000" cy="5733256"/>
          </a:xfrm>
        </p:spPr>
        <p:txBody>
          <a:bodyPr>
            <a:normAutofit fontScale="85000" lnSpcReduction="20000"/>
          </a:bodyPr>
          <a:lstStyle/>
          <a:p>
            <a:pPr algn="r"/>
            <a:r>
              <a:rPr lang="he-IL" sz="2400" b="1" dirty="0" smtClean="0">
                <a:solidFill>
                  <a:schemeClr val="tx2"/>
                </a:solidFill>
                <a:latin typeface="David" panose="020E0502060401010101" pitchFamily="34" charset="-79"/>
                <a:cs typeface="David" panose="020E0502060401010101" pitchFamily="34" charset="-79"/>
              </a:rPr>
              <a:t>שלב מקדים: </a:t>
            </a:r>
          </a:p>
          <a:p>
            <a:pPr algn="r"/>
            <a:r>
              <a:rPr lang="he-IL" sz="2400" dirty="0" smtClean="0">
                <a:solidFill>
                  <a:schemeClr val="tx2"/>
                </a:solidFill>
                <a:latin typeface="David" panose="020E0502060401010101" pitchFamily="34" charset="-79"/>
                <a:cs typeface="David" panose="020E0502060401010101" pitchFamily="34" charset="-79"/>
              </a:rPr>
              <a:t>קריאת מידע על העשור הנבחר</a:t>
            </a:r>
            <a:endParaRPr lang="he-IL" sz="2400" dirty="0">
              <a:solidFill>
                <a:schemeClr val="tx2"/>
              </a:solidFill>
              <a:latin typeface="David" panose="020E0502060401010101" pitchFamily="34" charset="-79"/>
              <a:cs typeface="David" panose="020E0502060401010101" pitchFamily="34" charset="-79"/>
            </a:endParaRPr>
          </a:p>
          <a:p>
            <a:pPr algn="r"/>
            <a:r>
              <a:rPr lang="he-IL" sz="2400" dirty="0" smtClean="0">
                <a:solidFill>
                  <a:schemeClr val="tx2"/>
                </a:solidFill>
                <a:latin typeface="David" panose="020E0502060401010101" pitchFamily="34" charset="-79"/>
                <a:cs typeface="David" panose="020E0502060401010101" pitchFamily="34" charset="-79"/>
              </a:rPr>
              <a:t>איתור מידע ממקורות שונים, מייצוגי מידע מגוונים ומנקודות </a:t>
            </a:r>
            <a:r>
              <a:rPr lang="he-IL" sz="2400" dirty="0">
                <a:solidFill>
                  <a:schemeClr val="tx2"/>
                </a:solidFill>
                <a:latin typeface="David" panose="020E0502060401010101" pitchFamily="34" charset="-79"/>
                <a:cs typeface="David" panose="020E0502060401010101" pitchFamily="34" charset="-79"/>
              </a:rPr>
              <a:t>מבט שונות </a:t>
            </a:r>
            <a:endParaRPr lang="he-IL" sz="2400" dirty="0" smtClean="0">
              <a:solidFill>
                <a:schemeClr val="tx2"/>
              </a:solidFill>
              <a:latin typeface="David" panose="020E0502060401010101" pitchFamily="34" charset="-79"/>
              <a:cs typeface="David" panose="020E0502060401010101" pitchFamily="34" charset="-79"/>
            </a:endParaRPr>
          </a:p>
          <a:p>
            <a:pPr algn="r"/>
            <a:r>
              <a:rPr lang="he-IL" sz="2400" dirty="0" smtClean="0">
                <a:solidFill>
                  <a:schemeClr val="tx2"/>
                </a:solidFill>
                <a:latin typeface="David" panose="020E0502060401010101" pitchFamily="34" charset="-79"/>
                <a:cs typeface="David" panose="020E0502060401010101" pitchFamily="34" charset="-79"/>
              </a:rPr>
              <a:t>חשיבה על דרכי הצגתו של המידע</a:t>
            </a:r>
          </a:p>
          <a:p>
            <a:pPr algn="r"/>
            <a:endParaRPr lang="he-IL" sz="2400" dirty="0" smtClean="0">
              <a:solidFill>
                <a:schemeClr val="tx2"/>
              </a:solidFill>
              <a:latin typeface="David" panose="020E0502060401010101" pitchFamily="34" charset="-79"/>
              <a:cs typeface="David" panose="020E0502060401010101" pitchFamily="34" charset="-79"/>
            </a:endParaRPr>
          </a:p>
          <a:p>
            <a:pPr algn="r"/>
            <a:r>
              <a:rPr lang="he-IL" sz="2400" b="1" dirty="0" smtClean="0">
                <a:solidFill>
                  <a:schemeClr val="tx2"/>
                </a:solidFill>
                <a:latin typeface="David" panose="020E0502060401010101" pitchFamily="34" charset="-79"/>
                <a:cs typeface="David" panose="020E0502060401010101" pitchFamily="34" charset="-79"/>
              </a:rPr>
              <a:t>שלב עיבוד המידע </a:t>
            </a:r>
            <a:r>
              <a:rPr lang="he-IL" sz="2400" dirty="0" smtClean="0">
                <a:solidFill>
                  <a:schemeClr val="tx2"/>
                </a:solidFill>
                <a:latin typeface="David" panose="020E0502060401010101" pitchFamily="34" charset="-79"/>
                <a:cs typeface="David" panose="020E0502060401010101" pitchFamily="34" charset="-79"/>
              </a:rPr>
              <a:t>: </a:t>
            </a:r>
          </a:p>
          <a:p>
            <a:pPr algn="r"/>
            <a:r>
              <a:rPr lang="he-IL" sz="2400" dirty="0" smtClean="0">
                <a:solidFill>
                  <a:schemeClr val="tx2"/>
                </a:solidFill>
                <a:latin typeface="David" panose="020E0502060401010101" pitchFamily="34" charset="-79"/>
                <a:cs typeface="David" panose="020E0502060401010101" pitchFamily="34" charset="-79"/>
              </a:rPr>
              <a:t>כתיבת סיכום כתשתית להצגת הדברים בעל פה </a:t>
            </a:r>
          </a:p>
          <a:p>
            <a:pPr algn="r"/>
            <a:r>
              <a:rPr lang="he-IL" sz="2400" dirty="0" smtClean="0">
                <a:solidFill>
                  <a:schemeClr val="tx2"/>
                </a:solidFill>
                <a:latin typeface="David" panose="020E0502060401010101" pitchFamily="34" charset="-79"/>
                <a:cs typeface="David" panose="020E0502060401010101" pitchFamily="34" charset="-79"/>
              </a:rPr>
              <a:t>תכנון מצגת נלווית על פי עקרונות של הכנת מצגת </a:t>
            </a:r>
          </a:p>
          <a:p>
            <a:pPr algn="r"/>
            <a:r>
              <a:rPr lang="he-IL" sz="2400" dirty="0" smtClean="0">
                <a:solidFill>
                  <a:schemeClr val="tx2"/>
                </a:solidFill>
                <a:latin typeface="David" panose="020E0502060401010101" pitchFamily="34" charset="-79"/>
                <a:cs typeface="David" panose="020E0502060401010101" pitchFamily="34" charset="-79"/>
              </a:rPr>
              <a:t>חלוקת העבודה בין חברי הקבוצה ומיזוג הסיכומים</a:t>
            </a:r>
          </a:p>
          <a:p>
            <a:pPr algn="r"/>
            <a:endParaRPr lang="he-IL" sz="2400" dirty="0" smtClean="0">
              <a:solidFill>
                <a:schemeClr val="tx2"/>
              </a:solidFill>
              <a:latin typeface="David" panose="020E0502060401010101" pitchFamily="34" charset="-79"/>
              <a:cs typeface="David" panose="020E0502060401010101" pitchFamily="34" charset="-79"/>
            </a:endParaRPr>
          </a:p>
          <a:p>
            <a:pPr algn="r"/>
            <a:r>
              <a:rPr lang="he-IL" sz="2400" b="1" dirty="0" smtClean="0">
                <a:solidFill>
                  <a:schemeClr val="tx2"/>
                </a:solidFill>
                <a:latin typeface="David" panose="020E0502060401010101" pitchFamily="34" charset="-79"/>
                <a:cs typeface="David" panose="020E0502060401010101" pitchFamily="34" charset="-79"/>
              </a:rPr>
              <a:t>שלב הכנת המצגת: </a:t>
            </a:r>
          </a:p>
          <a:p>
            <a:pPr algn="r"/>
            <a:r>
              <a:rPr lang="he-IL" sz="2400" dirty="0" smtClean="0">
                <a:solidFill>
                  <a:schemeClr val="tx2"/>
                </a:solidFill>
                <a:latin typeface="David" panose="020E0502060401010101" pitchFamily="34" charset="-79"/>
                <a:cs typeface="David" panose="020E0502060401010101" pitchFamily="34" charset="-79"/>
              </a:rPr>
              <a:t>הקפדה על עקרונות הכנת מצגת שתלווה את ההרצאה באמצעים חזותיים </a:t>
            </a:r>
          </a:p>
          <a:p>
            <a:pPr algn="r"/>
            <a:r>
              <a:rPr lang="he-IL" sz="2400" dirty="0" smtClean="0">
                <a:solidFill>
                  <a:schemeClr val="tx2"/>
                </a:solidFill>
                <a:latin typeface="David" panose="020E0502060401010101" pitchFamily="34" charset="-79"/>
                <a:cs typeface="David" panose="020E0502060401010101" pitchFamily="34" charset="-79"/>
              </a:rPr>
              <a:t>חשיבה על כותרות, תמונות סרטונים ללא עומס מילולי</a:t>
            </a:r>
          </a:p>
          <a:p>
            <a:pPr algn="r"/>
            <a:endParaRPr lang="he-IL" sz="2400" dirty="0" smtClean="0">
              <a:solidFill>
                <a:schemeClr val="tx2"/>
              </a:solidFill>
              <a:latin typeface="David" panose="020E0502060401010101" pitchFamily="34" charset="-79"/>
              <a:cs typeface="David" panose="020E0502060401010101" pitchFamily="34" charset="-79"/>
            </a:endParaRPr>
          </a:p>
          <a:p>
            <a:pPr algn="r"/>
            <a:r>
              <a:rPr lang="he-IL" sz="2400" b="1" dirty="0" smtClean="0">
                <a:solidFill>
                  <a:schemeClr val="tx2"/>
                </a:solidFill>
                <a:latin typeface="David" panose="020E0502060401010101" pitchFamily="34" charset="-79"/>
                <a:cs typeface="David" panose="020E0502060401010101" pitchFamily="34" charset="-79"/>
              </a:rPr>
              <a:t>שלב ההכנה לקראת ההרצאה:</a:t>
            </a:r>
          </a:p>
          <a:p>
            <a:pPr algn="r"/>
            <a:r>
              <a:rPr lang="he-IL" sz="2400" dirty="0" smtClean="0">
                <a:solidFill>
                  <a:schemeClr val="tx2"/>
                </a:solidFill>
                <a:latin typeface="David" panose="020E0502060401010101" pitchFamily="34" charset="-79"/>
                <a:cs typeface="David" panose="020E0502060401010101" pitchFamily="34" charset="-79"/>
              </a:rPr>
              <a:t>חלוקה של רכיבי ההרצאה בין חברי הקבוצה</a:t>
            </a:r>
          </a:p>
          <a:p>
            <a:pPr algn="r"/>
            <a:r>
              <a:rPr lang="he-IL" sz="2400" dirty="0" smtClean="0">
                <a:solidFill>
                  <a:schemeClr val="tx2"/>
                </a:solidFill>
                <a:latin typeface="David" panose="020E0502060401010101" pitchFamily="34" charset="-79"/>
                <a:cs typeface="David" panose="020E0502060401010101" pitchFamily="34" charset="-79"/>
              </a:rPr>
              <a:t>חזרה על רכיבי ההרצאה תוך הקפדה על אופן הצגתה בקול בפני הציבור בהטעמה ובעניין </a:t>
            </a:r>
          </a:p>
          <a:p>
            <a:pPr algn="l"/>
            <a:r>
              <a:rPr lang="he-IL" sz="1800" dirty="0" smtClean="0">
                <a:solidFill>
                  <a:schemeClr val="tx2"/>
                </a:solidFill>
                <a:latin typeface="David" panose="020E0502060401010101" pitchFamily="34" charset="-79"/>
                <a:cs typeface="David" panose="020E0502060401010101" pitchFamily="34" charset="-79"/>
              </a:rPr>
              <a:t>  </a:t>
            </a:r>
            <a:endParaRPr lang="en-US" sz="1800" dirty="0">
              <a:solidFill>
                <a:schemeClr val="tx2"/>
              </a:solidFill>
              <a:latin typeface="David" panose="020E0502060401010101" pitchFamily="34" charset="-79"/>
              <a:cs typeface="David" panose="020E0502060401010101" pitchFamily="34" charset="-79"/>
            </a:endParaRPr>
          </a:p>
        </p:txBody>
      </p:sp>
      <p:sp>
        <p:nvSpPr>
          <p:cNvPr id="4" name="מציין מיקום של כותרת תחתונה 3"/>
          <p:cNvSpPr>
            <a:spLocks noGrp="1"/>
          </p:cNvSpPr>
          <p:nvPr>
            <p:ph type="ftr" sz="quarter" idx="11"/>
          </p:nvPr>
        </p:nvSpPr>
        <p:spPr/>
        <p:txBody>
          <a:bodyPr/>
          <a:lstStyle/>
          <a:p>
            <a:r>
              <a:rPr lang="he-IL" smtClean="0"/>
              <a:t>הבעה בעל פה והוראת העברית -  עדה מאורי  </a:t>
            </a:r>
            <a:endParaRPr lang="he-IL"/>
          </a:p>
        </p:txBody>
      </p:sp>
    </p:spTree>
    <p:extLst>
      <p:ext uri="{BB962C8B-B14F-4D97-AF65-F5344CB8AC3E}">
        <p14:creationId xmlns:p14="http://schemas.microsoft.com/office/powerpoint/2010/main" val="317298807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ctrTitle"/>
          </p:nvPr>
        </p:nvSpPr>
        <p:spPr>
          <a:xfrm>
            <a:off x="35496" y="21423"/>
            <a:ext cx="9073008" cy="815289"/>
          </a:xfrm>
        </p:spPr>
        <p:txBody>
          <a:bodyPr>
            <a:normAutofit/>
          </a:bodyPr>
          <a:lstStyle/>
          <a:p>
            <a:r>
              <a:rPr lang="he-IL" sz="3600" b="1" dirty="0" smtClean="0">
                <a:solidFill>
                  <a:schemeClr val="tx2"/>
                </a:solidFill>
                <a:latin typeface="David" panose="020E0502060401010101" pitchFamily="34" charset="-79"/>
                <a:cs typeface="David" panose="020E0502060401010101" pitchFamily="34" charset="-79"/>
              </a:rPr>
              <a:t>סיפורה של המדינה דרך שיריה </a:t>
            </a:r>
            <a:endParaRPr lang="he-IL" sz="3600" b="1" dirty="0">
              <a:solidFill>
                <a:schemeClr val="tx2"/>
              </a:solidFill>
              <a:latin typeface="David" panose="020E0502060401010101" pitchFamily="34" charset="-79"/>
              <a:cs typeface="David" panose="020E0502060401010101" pitchFamily="34" charset="-79"/>
            </a:endParaRPr>
          </a:p>
        </p:txBody>
      </p:sp>
      <p:sp>
        <p:nvSpPr>
          <p:cNvPr id="3" name="כותרת משנה 2"/>
          <p:cNvSpPr>
            <a:spLocks noGrp="1"/>
          </p:cNvSpPr>
          <p:nvPr>
            <p:ph type="subTitle" idx="1"/>
          </p:nvPr>
        </p:nvSpPr>
        <p:spPr>
          <a:xfrm>
            <a:off x="107504" y="980728"/>
            <a:ext cx="8928992" cy="5760640"/>
          </a:xfrm>
        </p:spPr>
        <p:txBody>
          <a:bodyPr>
            <a:normAutofit fontScale="25000" lnSpcReduction="20000"/>
          </a:bodyPr>
          <a:lstStyle/>
          <a:p>
            <a:pPr algn="r"/>
            <a:r>
              <a:rPr lang="he-IL" sz="8000" b="1" dirty="0" smtClean="0">
                <a:solidFill>
                  <a:schemeClr val="tx2"/>
                </a:solidFill>
                <a:latin typeface="David" panose="020E0502060401010101" pitchFamily="34" charset="-79"/>
                <a:cs typeface="David" panose="020E0502060401010101" pitchFamily="34" charset="-79"/>
                <a:hlinkClick r:id="rId3"/>
              </a:rPr>
              <a:t>קריאה בקול של שירים מתוך מאגר הבעה בעל פה –  משימות הערכה לחטה"ב</a:t>
            </a:r>
          </a:p>
          <a:p>
            <a:pPr algn="l"/>
            <a:r>
              <a:rPr lang="he-IL" sz="8000" b="1" dirty="0" smtClean="0">
                <a:solidFill>
                  <a:schemeClr val="tx2"/>
                </a:solidFill>
                <a:latin typeface="David" panose="020E0502060401010101" pitchFamily="34" charset="-79"/>
                <a:cs typeface="David" panose="020E0502060401010101" pitchFamily="34" charset="-79"/>
              </a:rPr>
              <a:t>יורם </a:t>
            </a:r>
            <a:r>
              <a:rPr lang="he-IL" sz="8000" b="1" dirty="0" err="1" smtClean="0">
                <a:solidFill>
                  <a:schemeClr val="tx2"/>
                </a:solidFill>
                <a:latin typeface="David" panose="020E0502060401010101" pitchFamily="34" charset="-79"/>
                <a:cs typeface="David" panose="020E0502060401010101" pitchFamily="34" charset="-79"/>
              </a:rPr>
              <a:t>טהרלב</a:t>
            </a:r>
            <a:r>
              <a:rPr lang="he-IL" sz="8000" b="1" dirty="0" smtClean="0">
                <a:solidFill>
                  <a:schemeClr val="tx2"/>
                </a:solidFill>
                <a:latin typeface="David" panose="020E0502060401010101" pitchFamily="34" charset="-79"/>
                <a:cs typeface="David" panose="020E0502060401010101" pitchFamily="34" charset="-79"/>
              </a:rPr>
              <a:t> : "</a:t>
            </a:r>
            <a:r>
              <a:rPr lang="he-IL" sz="8000" b="1" dirty="0" smtClean="0">
                <a:solidFill>
                  <a:schemeClr val="tx2"/>
                </a:solidFill>
                <a:latin typeface="David" panose="020E0502060401010101" pitchFamily="34" charset="-79"/>
                <a:cs typeface="David" panose="020E0502060401010101" pitchFamily="34" charset="-79"/>
                <a:hlinkClick r:id="rId4"/>
              </a:rPr>
              <a:t>פרס ישראל "</a:t>
            </a:r>
            <a:r>
              <a:rPr lang="en-US" sz="8000" b="1" dirty="0" smtClean="0">
                <a:solidFill>
                  <a:schemeClr val="tx2"/>
                </a:solidFill>
                <a:latin typeface="David" panose="020E0502060401010101" pitchFamily="34" charset="-79"/>
                <a:cs typeface="David" panose="020E0502060401010101" pitchFamily="34" charset="-79"/>
              </a:rPr>
              <a:t> </a:t>
            </a:r>
            <a:r>
              <a:rPr lang="he-IL" sz="8000" b="1" dirty="0" smtClean="0">
                <a:solidFill>
                  <a:schemeClr val="tx2"/>
                </a:solidFill>
                <a:latin typeface="David" panose="020E0502060401010101" pitchFamily="34" charset="-79"/>
                <a:cs typeface="David" panose="020E0502060401010101" pitchFamily="34" charset="-79"/>
              </a:rPr>
              <a:t>"איזו מדינה" "שיר ישראלי"</a:t>
            </a:r>
            <a:r>
              <a:rPr lang="en-US" sz="8000" b="1" dirty="0" smtClean="0">
                <a:solidFill>
                  <a:schemeClr val="tx2"/>
                </a:solidFill>
                <a:latin typeface="David" panose="020E0502060401010101" pitchFamily="34" charset="-79"/>
                <a:cs typeface="David" panose="020E0502060401010101" pitchFamily="34" charset="-79"/>
              </a:rPr>
              <a:t> </a:t>
            </a:r>
            <a:r>
              <a:rPr lang="he-IL" sz="1600" b="1" dirty="0" smtClean="0">
                <a:solidFill>
                  <a:schemeClr val="tx2"/>
                </a:solidFill>
                <a:latin typeface="David" panose="020E0502060401010101" pitchFamily="34" charset="-79"/>
                <a:cs typeface="David" panose="020E0502060401010101" pitchFamily="34" charset="-79"/>
              </a:rPr>
              <a:t> </a:t>
            </a:r>
            <a:endParaRPr lang="he-IL" sz="1600" b="1" dirty="0" smtClean="0">
              <a:solidFill>
                <a:schemeClr val="tx2"/>
              </a:solidFill>
              <a:latin typeface="David" panose="020E0502060401010101" pitchFamily="34" charset="-79"/>
              <a:cs typeface="David" panose="020E0502060401010101" pitchFamily="34" charset="-79"/>
              <a:hlinkClick r:id="rId3"/>
            </a:endParaRPr>
          </a:p>
          <a:p>
            <a:pPr algn="r">
              <a:lnSpc>
                <a:spcPct val="160000"/>
              </a:lnSpc>
            </a:pPr>
            <a:endParaRPr lang="he-IL" sz="2600" dirty="0" smtClean="0">
              <a:solidFill>
                <a:schemeClr val="tx2"/>
              </a:solidFill>
              <a:latin typeface="David" panose="020E0502060401010101" pitchFamily="34" charset="-79"/>
              <a:ea typeface="Times New Roman" panose="02020603050405020304" pitchFamily="18" charset="0"/>
              <a:cs typeface="David" panose="020E0502060401010101" pitchFamily="34" charset="-79"/>
            </a:endParaRPr>
          </a:p>
          <a:p>
            <a:pPr algn="r">
              <a:lnSpc>
                <a:spcPct val="160000"/>
              </a:lnSpc>
            </a:pPr>
            <a:r>
              <a:rPr lang="he-IL" sz="9600" dirty="0" smtClean="0">
                <a:solidFill>
                  <a:schemeClr val="tx2"/>
                </a:solidFill>
                <a:latin typeface="David" panose="020E0502060401010101" pitchFamily="34" charset="-79"/>
                <a:ea typeface="Times New Roman" panose="02020603050405020304" pitchFamily="18" charset="0"/>
                <a:cs typeface="David" panose="020E0502060401010101" pitchFamily="34" charset="-79"/>
              </a:rPr>
              <a:t>בחרו באחד מהשירים המוצעים לפניכם או אחרים שתמצאו במרשתת</a:t>
            </a:r>
          </a:p>
          <a:p>
            <a:pPr algn="r">
              <a:lnSpc>
                <a:spcPct val="160000"/>
              </a:lnSpc>
            </a:pPr>
            <a:r>
              <a:rPr lang="he-IL" sz="9600" dirty="0" smtClean="0">
                <a:solidFill>
                  <a:schemeClr val="tx2"/>
                </a:solidFill>
                <a:latin typeface="David" panose="020E0502060401010101" pitchFamily="34" charset="-79"/>
                <a:ea typeface="Times New Roman" panose="02020603050405020304" pitchFamily="18" charset="0"/>
                <a:cs typeface="David" panose="020E0502060401010101" pitchFamily="34" charset="-79"/>
              </a:rPr>
              <a:t>קראו קריאה מעמיקה את השיר והסבירו את תוכנו ומשמעותו</a:t>
            </a:r>
          </a:p>
          <a:p>
            <a:pPr algn="r">
              <a:lnSpc>
                <a:spcPct val="160000"/>
              </a:lnSpc>
            </a:pPr>
            <a:r>
              <a:rPr lang="he-IL" sz="9600" dirty="0" smtClean="0">
                <a:solidFill>
                  <a:schemeClr val="tx2"/>
                </a:solidFill>
                <a:latin typeface="David" panose="020E0502060401010101" pitchFamily="34" charset="-79"/>
                <a:ea typeface="Times New Roman" panose="02020603050405020304" pitchFamily="18" charset="0"/>
                <a:cs typeface="David" panose="020E0502060401010101" pitchFamily="34" charset="-79"/>
              </a:rPr>
              <a:t>התייחסו למילים או לביטויים קשים והסבירו לעצמכם את המשמעויות </a:t>
            </a:r>
          </a:p>
          <a:p>
            <a:pPr algn="r">
              <a:lnSpc>
                <a:spcPct val="160000"/>
              </a:lnSpc>
            </a:pPr>
            <a:r>
              <a:rPr lang="he-IL" sz="9600" dirty="0" smtClean="0">
                <a:solidFill>
                  <a:schemeClr val="tx2"/>
                </a:solidFill>
                <a:latin typeface="David" panose="020E0502060401010101" pitchFamily="34" charset="-79"/>
                <a:ea typeface="Times New Roman" panose="02020603050405020304" pitchFamily="18" charset="0"/>
                <a:cs typeface="David" panose="020E0502060401010101" pitchFamily="34" charset="-79"/>
              </a:rPr>
              <a:t>קראו על היוצר ,הכותב והמלחין וחפשו מידע על האירוע המסתתר מאחורי השיר </a:t>
            </a:r>
          </a:p>
          <a:p>
            <a:pPr algn="r">
              <a:lnSpc>
                <a:spcPct val="160000"/>
              </a:lnSpc>
            </a:pPr>
            <a:r>
              <a:rPr lang="he-IL" sz="9600" dirty="0" smtClean="0">
                <a:solidFill>
                  <a:schemeClr val="tx2"/>
                </a:solidFill>
                <a:latin typeface="David" panose="020E0502060401010101" pitchFamily="34" charset="-79"/>
                <a:ea typeface="Times New Roman" panose="02020603050405020304" pitchFamily="18" charset="0"/>
                <a:cs typeface="David" panose="020E0502060401010101" pitchFamily="34" charset="-79"/>
              </a:rPr>
              <a:t>חקרו את הרקע לכתיבת השיר </a:t>
            </a:r>
          </a:p>
          <a:p>
            <a:pPr algn="r">
              <a:lnSpc>
                <a:spcPct val="160000"/>
              </a:lnSpc>
            </a:pPr>
            <a:r>
              <a:rPr lang="he-IL" sz="9600" dirty="0" smtClean="0">
                <a:solidFill>
                  <a:schemeClr val="tx2"/>
                </a:solidFill>
                <a:latin typeface="David" panose="020E0502060401010101" pitchFamily="34" charset="-79"/>
                <a:ea typeface="Times New Roman" panose="02020603050405020304" pitchFamily="18" charset="0"/>
                <a:cs typeface="David" panose="020E0502060401010101" pitchFamily="34" charset="-79"/>
              </a:rPr>
              <a:t>היערכו לקריאה בקול של השיר כולל הצגת פרטיו המזהים והסיפור </a:t>
            </a:r>
            <a:r>
              <a:rPr lang="he-IL" sz="9600" dirty="0" err="1" smtClean="0">
                <a:solidFill>
                  <a:schemeClr val="tx2"/>
                </a:solidFill>
                <a:latin typeface="David" panose="020E0502060401010101" pitchFamily="34" charset="-79"/>
                <a:ea typeface="Times New Roman" panose="02020603050405020304" pitchFamily="18" charset="0"/>
                <a:cs typeface="David" panose="020E0502060401010101" pitchFamily="34" charset="-79"/>
              </a:rPr>
              <a:t>שמאחורין</a:t>
            </a:r>
            <a:r>
              <a:rPr lang="he-IL" sz="9600" dirty="0" smtClean="0">
                <a:solidFill>
                  <a:schemeClr val="tx2"/>
                </a:solidFill>
                <a:latin typeface="David" panose="020E0502060401010101" pitchFamily="34" charset="-79"/>
                <a:ea typeface="Times New Roman" panose="02020603050405020304" pitchFamily="18" charset="0"/>
                <a:cs typeface="David" panose="020E0502060401010101" pitchFamily="34" charset="-79"/>
              </a:rPr>
              <a:t> רצוי להוסיף אמצעים חזותיים נוספים הממחישים את הרעיון של השיר ואת משמעותו. ( צילומים, סרטונים, ראיון עם היוצר )</a:t>
            </a:r>
          </a:p>
          <a:p>
            <a:pPr algn="r">
              <a:lnSpc>
                <a:spcPct val="160000"/>
              </a:lnSpc>
            </a:pPr>
            <a:endParaRPr lang="he-IL" sz="9600" dirty="0" smtClean="0">
              <a:solidFill>
                <a:schemeClr val="tx2"/>
              </a:solidFill>
              <a:latin typeface="David" panose="020E0502060401010101" pitchFamily="34" charset="-79"/>
              <a:ea typeface="Times New Roman" panose="02020603050405020304" pitchFamily="18" charset="0"/>
              <a:cs typeface="David" panose="020E0502060401010101" pitchFamily="34" charset="-79"/>
            </a:endParaRPr>
          </a:p>
          <a:p>
            <a:pPr algn="r"/>
            <a:r>
              <a:rPr lang="he-IL" sz="16000" dirty="0" smtClean="0">
                <a:solidFill>
                  <a:schemeClr val="tx2"/>
                </a:solidFill>
                <a:latin typeface="David" panose="020E0502060401010101" pitchFamily="34" charset="-79"/>
                <a:ea typeface="Times New Roman" panose="02020603050405020304" pitchFamily="18" charset="0"/>
                <a:cs typeface="David" panose="020E0502060401010101" pitchFamily="34" charset="-79"/>
              </a:rPr>
              <a:t> </a:t>
            </a:r>
            <a:r>
              <a:rPr lang="he-IL" sz="9600" dirty="0" smtClean="0">
                <a:solidFill>
                  <a:schemeClr val="tx2"/>
                </a:solidFill>
                <a:latin typeface="David" panose="020E0502060401010101" pitchFamily="34" charset="-79"/>
                <a:ea typeface="Times New Roman" panose="02020603050405020304" pitchFamily="18" charset="0"/>
                <a:cs typeface="David" panose="020E0502060401010101" pitchFamily="34" charset="-79"/>
              </a:rPr>
              <a:t>                                   </a:t>
            </a:r>
            <a:endParaRPr lang="he-IL" sz="9600" dirty="0">
              <a:solidFill>
                <a:schemeClr val="tx2"/>
              </a:solidFill>
              <a:latin typeface="David" panose="020E0502060401010101" pitchFamily="34" charset="-79"/>
              <a:ea typeface="Times New Roman" panose="02020603050405020304" pitchFamily="18" charset="0"/>
              <a:cs typeface="David" panose="020E0502060401010101" pitchFamily="34" charset="-79"/>
            </a:endParaRPr>
          </a:p>
          <a:p>
            <a:pPr algn="r"/>
            <a:r>
              <a:rPr lang="he-IL" sz="2400" dirty="0" smtClean="0">
                <a:solidFill>
                  <a:schemeClr val="tx2"/>
                </a:solidFill>
                <a:latin typeface="David" panose="020E0502060401010101" pitchFamily="34" charset="-79"/>
                <a:ea typeface="Times New Roman" panose="02020603050405020304" pitchFamily="18" charset="0"/>
                <a:cs typeface="David" panose="020E0502060401010101" pitchFamily="34" charset="-79"/>
              </a:rPr>
              <a:t> </a:t>
            </a:r>
            <a:endParaRPr lang="he-IL" sz="2400" dirty="0">
              <a:solidFill>
                <a:schemeClr val="tx2"/>
              </a:solidFill>
              <a:latin typeface="David" panose="020E0502060401010101" pitchFamily="34" charset="-79"/>
              <a:ea typeface="Times New Roman" panose="02020603050405020304" pitchFamily="18" charset="0"/>
              <a:cs typeface="David" panose="020E0502060401010101" pitchFamily="34" charset="-79"/>
            </a:endParaRPr>
          </a:p>
          <a:p>
            <a:pPr algn="r">
              <a:lnSpc>
                <a:spcPct val="170000"/>
              </a:lnSpc>
            </a:pPr>
            <a:r>
              <a:rPr lang="he-IL" sz="2400" dirty="0" smtClean="0">
                <a:solidFill>
                  <a:schemeClr val="tx2"/>
                </a:solidFill>
                <a:latin typeface="David" panose="020E0502060401010101" pitchFamily="34" charset="-79"/>
                <a:ea typeface="Times New Roman" panose="02020603050405020304" pitchFamily="18" charset="0"/>
                <a:cs typeface="David" panose="020E0502060401010101" pitchFamily="34" charset="-79"/>
              </a:rPr>
              <a:t> </a:t>
            </a:r>
            <a:endParaRPr lang="he-IL" sz="2400" dirty="0">
              <a:solidFill>
                <a:schemeClr val="tx2"/>
              </a:solidFill>
              <a:latin typeface="David" panose="020E0502060401010101" pitchFamily="34" charset="-79"/>
              <a:ea typeface="Times New Roman" panose="02020603050405020304" pitchFamily="18" charset="0"/>
              <a:cs typeface="David" panose="020E0502060401010101" pitchFamily="34" charset="-79"/>
            </a:endParaRPr>
          </a:p>
          <a:p>
            <a:pPr algn="r">
              <a:lnSpc>
                <a:spcPct val="170000"/>
              </a:lnSpc>
            </a:pPr>
            <a:r>
              <a:rPr lang="he-IL" sz="2400" dirty="0">
                <a:solidFill>
                  <a:schemeClr val="tx2"/>
                </a:solidFill>
                <a:latin typeface="David" panose="020E0502060401010101" pitchFamily="34" charset="-79"/>
                <a:ea typeface="Times New Roman" panose="02020603050405020304" pitchFamily="18" charset="0"/>
                <a:cs typeface="David" panose="020E0502060401010101" pitchFamily="34" charset="-79"/>
              </a:rPr>
              <a:t>                                        </a:t>
            </a:r>
            <a:r>
              <a:rPr lang="he-IL" sz="2400" dirty="0" smtClean="0">
                <a:solidFill>
                  <a:schemeClr val="tx2"/>
                </a:solidFill>
                <a:latin typeface="David" panose="020E0502060401010101" pitchFamily="34" charset="-79"/>
                <a:ea typeface="Times New Roman" panose="02020603050405020304" pitchFamily="18" charset="0"/>
                <a:cs typeface="David" panose="020E0502060401010101" pitchFamily="34" charset="-79"/>
              </a:rPr>
              <a:t> </a:t>
            </a:r>
            <a:endParaRPr lang="he-IL" sz="2400" dirty="0">
              <a:solidFill>
                <a:schemeClr val="tx2"/>
              </a:solidFill>
              <a:latin typeface="David" panose="020E0502060401010101" pitchFamily="34" charset="-79"/>
              <a:ea typeface="Times New Roman" panose="02020603050405020304" pitchFamily="18" charset="0"/>
              <a:cs typeface="David" panose="020E0502060401010101" pitchFamily="34" charset="-79"/>
            </a:endParaRPr>
          </a:p>
          <a:p>
            <a:pPr algn="r"/>
            <a:endParaRPr lang="he-IL" sz="2400" b="1" dirty="0" smtClean="0">
              <a:solidFill>
                <a:schemeClr val="tx2"/>
              </a:solidFill>
              <a:latin typeface="David" panose="020E0502060401010101" pitchFamily="34" charset="-79"/>
              <a:cs typeface="David" panose="020E0502060401010101" pitchFamily="34" charset="-79"/>
              <a:hlinkClick r:id="rId3"/>
            </a:endParaRPr>
          </a:p>
          <a:p>
            <a:pPr algn="r"/>
            <a:endParaRPr lang="he-IL" sz="2400" b="1" dirty="0">
              <a:solidFill>
                <a:schemeClr val="tx2"/>
              </a:solidFill>
              <a:latin typeface="David" panose="020E0502060401010101" pitchFamily="34" charset="-79"/>
              <a:cs typeface="David" panose="020E0502060401010101" pitchFamily="34" charset="-79"/>
              <a:hlinkClick r:id="rId3"/>
            </a:endParaRPr>
          </a:p>
          <a:p>
            <a:pPr algn="r"/>
            <a:endParaRPr lang="he-IL" sz="2400" b="1" dirty="0">
              <a:solidFill>
                <a:schemeClr val="tx2"/>
              </a:solidFill>
              <a:latin typeface="David" panose="020E0502060401010101" pitchFamily="34" charset="-79"/>
              <a:cs typeface="David" panose="020E0502060401010101" pitchFamily="34" charset="-79"/>
              <a:hlinkClick r:id="rId3"/>
            </a:endParaRPr>
          </a:p>
          <a:p>
            <a:pPr algn="r"/>
            <a:r>
              <a:rPr lang="he-IL" sz="2400" dirty="0" smtClean="0">
                <a:solidFill>
                  <a:schemeClr val="tx1"/>
                </a:solidFill>
                <a:latin typeface="David" panose="020E0502060401010101" pitchFamily="34" charset="-79"/>
                <a:cs typeface="David" panose="020E0502060401010101" pitchFamily="34" charset="-79"/>
              </a:rPr>
              <a:t> </a:t>
            </a:r>
            <a:endParaRPr lang="he-IL" sz="2400" dirty="0">
              <a:solidFill>
                <a:schemeClr val="tx2"/>
              </a:solidFill>
              <a:latin typeface="David" panose="020E0502060401010101" pitchFamily="34" charset="-79"/>
              <a:cs typeface="David" panose="020E0502060401010101" pitchFamily="34" charset="-79"/>
            </a:endParaRPr>
          </a:p>
        </p:txBody>
      </p:sp>
      <p:sp>
        <p:nvSpPr>
          <p:cNvPr id="4" name="מציין מיקום של כותרת תחתונה 3"/>
          <p:cNvSpPr>
            <a:spLocks noGrp="1"/>
          </p:cNvSpPr>
          <p:nvPr>
            <p:ph type="ftr" sz="quarter" idx="11"/>
          </p:nvPr>
        </p:nvSpPr>
        <p:spPr/>
        <p:txBody>
          <a:bodyPr/>
          <a:lstStyle/>
          <a:p>
            <a:r>
              <a:rPr lang="he-IL" smtClean="0"/>
              <a:t>הבעה בעל פה והוראת העברית -  עדה מאורי  </a:t>
            </a:r>
            <a:endParaRPr lang="he-IL"/>
          </a:p>
        </p:txBody>
      </p:sp>
    </p:spTree>
    <p:extLst>
      <p:ext uri="{BB962C8B-B14F-4D97-AF65-F5344CB8AC3E}">
        <p14:creationId xmlns:p14="http://schemas.microsoft.com/office/powerpoint/2010/main" val="39326717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ctrTitle"/>
          </p:nvPr>
        </p:nvSpPr>
        <p:spPr>
          <a:xfrm>
            <a:off x="186190" y="300446"/>
            <a:ext cx="8957810" cy="663633"/>
          </a:xfrm>
        </p:spPr>
        <p:txBody>
          <a:bodyPr>
            <a:normAutofit fontScale="90000"/>
          </a:bodyPr>
          <a:lstStyle/>
          <a:p>
            <a:pPr algn="ctr"/>
            <a:r>
              <a:rPr lang="he-IL" b="1" dirty="0" smtClean="0">
                <a:solidFill>
                  <a:schemeClr val="tx2"/>
                </a:solidFill>
                <a:latin typeface="David" panose="020E0502060401010101" pitchFamily="34" charset="-79"/>
                <a:cs typeface="David" panose="020E0502060401010101" pitchFamily="34" charset="-79"/>
              </a:rPr>
              <a:t>סיפורה של המדינה דרך שיריה – מבנה המצגת</a:t>
            </a:r>
            <a:endParaRPr lang="he-IL" dirty="0">
              <a:solidFill>
                <a:schemeClr val="tx2"/>
              </a:solidFill>
            </a:endParaRPr>
          </a:p>
        </p:txBody>
      </p:sp>
      <p:sp>
        <p:nvSpPr>
          <p:cNvPr id="3" name="כותרת משנה 2"/>
          <p:cNvSpPr>
            <a:spLocks noGrp="1"/>
          </p:cNvSpPr>
          <p:nvPr>
            <p:ph type="subTitle" idx="1"/>
          </p:nvPr>
        </p:nvSpPr>
        <p:spPr>
          <a:xfrm>
            <a:off x="124691" y="1045029"/>
            <a:ext cx="9019309" cy="5696339"/>
          </a:xfrm>
        </p:spPr>
        <p:txBody>
          <a:bodyPr>
            <a:normAutofit/>
          </a:bodyPr>
          <a:lstStyle/>
          <a:p>
            <a:r>
              <a:rPr lang="en-US" dirty="0">
                <a:latin typeface="Arial" panose="020B0604020202020204" pitchFamily="34" charset="0"/>
                <a:ea typeface="Times New Roman" panose="02020603050405020304" pitchFamily="18" charset="0"/>
                <a:hlinkClick r:id="" action="ppaction://noaction"/>
              </a:rPr>
              <a:t/>
            </a:r>
            <a:br>
              <a:rPr lang="en-US" dirty="0">
                <a:latin typeface="Arial" panose="020B0604020202020204" pitchFamily="34" charset="0"/>
                <a:ea typeface="Times New Roman" panose="02020603050405020304" pitchFamily="18" charset="0"/>
                <a:hlinkClick r:id="" action="ppaction://noaction"/>
              </a:rPr>
            </a:br>
            <a:endParaRPr lang="en-US" u="words" dirty="0">
              <a:latin typeface="Times New Roman" panose="02020603050405020304" pitchFamily="18" charset="0"/>
              <a:ea typeface="Times New Roman" panose="02020603050405020304" pitchFamily="18" charset="0"/>
              <a:cs typeface="Narkisim" panose="020E0502050101010101" pitchFamily="34" charset="-79"/>
            </a:endParaRPr>
          </a:p>
          <a:p>
            <a:pPr marL="457200" indent="-457200">
              <a:buFont typeface="+mj-lt"/>
              <a:buAutoNum type="arabicPeriod"/>
            </a:pPr>
            <a:endParaRPr lang="he-IL" u="sng" dirty="0" smtClean="0">
              <a:ea typeface="Times New Roman" panose="02020603050405020304" pitchFamily="18" charset="0"/>
              <a:cs typeface="Arial" panose="020B0604020202020204" pitchFamily="34" charset="0"/>
              <a:hlinkClick r:id="rId2" action="ppaction://hlinksldjump"/>
            </a:endParaRPr>
          </a:p>
          <a:p>
            <a:pPr marL="457200" indent="-457200">
              <a:buFont typeface="+mj-lt"/>
              <a:buAutoNum type="arabicPeriod"/>
            </a:pPr>
            <a:endParaRPr lang="he-IL" u="sng" dirty="0" smtClean="0">
              <a:ea typeface="Times New Roman" panose="02020603050405020304" pitchFamily="18" charset="0"/>
              <a:cs typeface="Arial" panose="020B0604020202020204" pitchFamily="34" charset="0"/>
              <a:hlinkClick r:id="rId2" action="ppaction://hlinksldjump"/>
            </a:endParaRPr>
          </a:p>
          <a:p>
            <a:endParaRPr lang="he-IL" u="sng" dirty="0">
              <a:ea typeface="Times New Roman" panose="02020603050405020304" pitchFamily="18" charset="0"/>
              <a:cs typeface="Arial" panose="020B0604020202020204" pitchFamily="34" charset="0"/>
              <a:hlinkClick r:id="rId2" action="ppaction://hlinksldjump"/>
            </a:endParaRPr>
          </a:p>
          <a:p>
            <a:r>
              <a:rPr lang="he-IL" u="sng" dirty="0" smtClean="0">
                <a:ea typeface="Times New Roman" panose="02020603050405020304" pitchFamily="18" charset="0"/>
                <a:cs typeface="Arial" panose="020B0604020202020204" pitchFamily="34" charset="0"/>
                <a:hlinkClick r:id="rId2" action="ppaction://hlinksldjump"/>
              </a:rPr>
              <a:t> </a:t>
            </a:r>
            <a:endParaRPr lang="he-IL" dirty="0"/>
          </a:p>
        </p:txBody>
      </p:sp>
      <p:sp>
        <p:nvSpPr>
          <p:cNvPr id="4" name="מלבן 3"/>
          <p:cNvSpPr/>
          <p:nvPr/>
        </p:nvSpPr>
        <p:spPr>
          <a:xfrm>
            <a:off x="107504" y="1097886"/>
            <a:ext cx="8948334" cy="5632311"/>
          </a:xfrm>
          <a:prstGeom prst="rect">
            <a:avLst/>
          </a:prstGeom>
        </p:spPr>
        <p:txBody>
          <a:bodyPr wrap="square">
            <a:spAutoFit/>
          </a:bodyPr>
          <a:lstStyle/>
          <a:p>
            <a:pPr algn="r"/>
            <a:r>
              <a:rPr lang="he-IL" dirty="0" smtClean="0">
                <a:solidFill>
                  <a:schemeClr val="tx2"/>
                </a:solidFill>
                <a:latin typeface="David" panose="020E0502060401010101" pitchFamily="34" charset="-79"/>
                <a:cs typeface="David" panose="020E0502060401010101" pitchFamily="34" charset="-79"/>
              </a:rPr>
              <a:t> </a:t>
            </a:r>
            <a:r>
              <a:rPr lang="he-IL" sz="2400" b="1" dirty="0" err="1" smtClean="0">
                <a:solidFill>
                  <a:schemeClr val="tx2"/>
                </a:solidFill>
                <a:latin typeface="David" panose="020E0502060401010101" pitchFamily="34" charset="-79"/>
                <a:cs typeface="David" panose="020E0502060401010101" pitchFamily="34" charset="-79"/>
              </a:rPr>
              <a:t>שיקופית</a:t>
            </a:r>
            <a:r>
              <a:rPr lang="he-IL" sz="2400" b="1" dirty="0" smtClean="0">
                <a:solidFill>
                  <a:schemeClr val="tx2"/>
                </a:solidFill>
                <a:latin typeface="David" panose="020E0502060401010101" pitchFamily="34" charset="-79"/>
                <a:cs typeface="David" panose="020E0502060401010101" pitchFamily="34" charset="-79"/>
              </a:rPr>
              <a:t> </a:t>
            </a:r>
            <a:r>
              <a:rPr lang="he-IL" sz="2400" b="1" dirty="0">
                <a:solidFill>
                  <a:schemeClr val="tx2"/>
                </a:solidFill>
                <a:latin typeface="David" panose="020E0502060401010101" pitchFamily="34" charset="-79"/>
                <a:cs typeface="David" panose="020E0502060401010101" pitchFamily="34" charset="-79"/>
              </a:rPr>
              <a:t>פתיחה </a:t>
            </a:r>
            <a:r>
              <a:rPr lang="he-IL" sz="2400" dirty="0">
                <a:solidFill>
                  <a:schemeClr val="tx2"/>
                </a:solidFill>
                <a:latin typeface="David" panose="020E0502060401010101" pitchFamily="34" charset="-79"/>
                <a:cs typeface="David" panose="020E0502060401010101" pitchFamily="34" charset="-79"/>
              </a:rPr>
              <a:t>-  </a:t>
            </a:r>
            <a:r>
              <a:rPr lang="he-IL" sz="2400" dirty="0" smtClean="0">
                <a:solidFill>
                  <a:schemeClr val="tx2"/>
                </a:solidFill>
                <a:latin typeface="David" panose="020E0502060401010101" pitchFamily="34" charset="-79"/>
                <a:cs typeface="David" panose="020E0502060401010101" pitchFamily="34" charset="-79"/>
              </a:rPr>
              <a:t>כותרת </a:t>
            </a:r>
            <a:r>
              <a:rPr lang="he-IL" sz="2400" dirty="0">
                <a:solidFill>
                  <a:schemeClr val="tx2"/>
                </a:solidFill>
                <a:latin typeface="David" panose="020E0502060401010101" pitchFamily="34" charset="-79"/>
                <a:cs typeface="David" panose="020E0502060401010101" pitchFamily="34" charset="-79"/>
              </a:rPr>
              <a:t>על , כותרת משנה ( שם השיר ושמות יוצריו  ) </a:t>
            </a:r>
            <a:endParaRPr lang="he-IL" sz="2400" dirty="0" smtClean="0">
              <a:solidFill>
                <a:schemeClr val="tx2"/>
              </a:solidFill>
              <a:latin typeface="David" panose="020E0502060401010101" pitchFamily="34" charset="-79"/>
              <a:cs typeface="David" panose="020E0502060401010101" pitchFamily="34" charset="-79"/>
            </a:endParaRPr>
          </a:p>
          <a:p>
            <a:pPr algn="r"/>
            <a:r>
              <a:rPr lang="he-IL" sz="2400" dirty="0" smtClean="0">
                <a:solidFill>
                  <a:schemeClr val="tx2"/>
                </a:solidFill>
                <a:latin typeface="David" panose="020E0502060401010101" pitchFamily="34" charset="-79"/>
                <a:cs typeface="David" panose="020E0502060401010101" pitchFamily="34" charset="-79"/>
              </a:rPr>
              <a:t>                                    תמונה מאפיינת דרך  השיר </a:t>
            </a:r>
          </a:p>
          <a:p>
            <a:pPr algn="r"/>
            <a:r>
              <a:rPr lang="he-IL" sz="2400" dirty="0" smtClean="0">
                <a:solidFill>
                  <a:schemeClr val="tx2"/>
                </a:solidFill>
                <a:latin typeface="David" panose="020E0502060401010101" pitchFamily="34" charset="-79"/>
                <a:cs typeface="David" panose="020E0502060401010101" pitchFamily="34" charset="-79"/>
              </a:rPr>
              <a:t>     </a:t>
            </a:r>
          </a:p>
          <a:p>
            <a:pPr algn="r"/>
            <a:r>
              <a:rPr lang="he-IL" sz="2400" dirty="0" smtClean="0">
                <a:solidFill>
                  <a:schemeClr val="tx2"/>
                </a:solidFill>
                <a:latin typeface="David" panose="020E0502060401010101" pitchFamily="34" charset="-79"/>
                <a:cs typeface="David" panose="020E0502060401010101" pitchFamily="34" charset="-79"/>
              </a:rPr>
              <a:t>  </a:t>
            </a:r>
            <a:r>
              <a:rPr lang="he-IL" sz="2400" b="1" dirty="0" smtClean="0">
                <a:solidFill>
                  <a:schemeClr val="tx2"/>
                </a:solidFill>
                <a:latin typeface="David" panose="020E0502060401010101" pitchFamily="34" charset="-79"/>
                <a:cs typeface="David" panose="020E0502060401010101" pitchFamily="34" charset="-79"/>
              </a:rPr>
              <a:t>שקופית </a:t>
            </a:r>
            <a:r>
              <a:rPr lang="he-IL" sz="2400" b="1" dirty="0">
                <a:solidFill>
                  <a:schemeClr val="tx2"/>
                </a:solidFill>
                <a:latin typeface="David" panose="020E0502060401010101" pitchFamily="34" charset="-79"/>
                <a:cs typeface="David" panose="020E0502060401010101" pitchFamily="34" charset="-79"/>
              </a:rPr>
              <a:t>1 -          </a:t>
            </a:r>
            <a:r>
              <a:rPr lang="he-IL" sz="2400" dirty="0" smtClean="0">
                <a:solidFill>
                  <a:schemeClr val="tx2"/>
                </a:solidFill>
                <a:latin typeface="David" panose="020E0502060401010101" pitchFamily="34" charset="-79"/>
                <a:cs typeface="David" panose="020E0502060401010101" pitchFamily="34" charset="-79"/>
              </a:rPr>
              <a:t>שם </a:t>
            </a:r>
            <a:r>
              <a:rPr lang="he-IL" sz="2400" dirty="0">
                <a:solidFill>
                  <a:schemeClr val="tx2"/>
                </a:solidFill>
                <a:latin typeface="David" panose="020E0502060401010101" pitchFamily="34" charset="-79"/>
                <a:cs typeface="David" panose="020E0502060401010101" pitchFamily="34" charset="-79"/>
              </a:rPr>
              <a:t>השיר הנבחר  ( ציון שמות </a:t>
            </a:r>
            <a:r>
              <a:rPr lang="he-IL" sz="2400" dirty="0" smtClean="0">
                <a:solidFill>
                  <a:schemeClr val="tx2"/>
                </a:solidFill>
                <a:latin typeface="David" panose="020E0502060401010101" pitchFamily="34" charset="-79"/>
                <a:cs typeface="David" panose="020E0502060401010101" pitchFamily="34" charset="-79"/>
              </a:rPr>
              <a:t>היוצרים,  </a:t>
            </a:r>
            <a:r>
              <a:rPr lang="he-IL" sz="2400" dirty="0">
                <a:solidFill>
                  <a:schemeClr val="tx2"/>
                </a:solidFill>
                <a:latin typeface="David" panose="020E0502060401010101" pitchFamily="34" charset="-79"/>
                <a:cs typeface="David" panose="020E0502060401010101" pitchFamily="34" charset="-79"/>
              </a:rPr>
              <a:t>מילים ולחן ) </a:t>
            </a:r>
          </a:p>
          <a:p>
            <a:pPr algn="r"/>
            <a:r>
              <a:rPr lang="he-IL" sz="2400" dirty="0">
                <a:solidFill>
                  <a:schemeClr val="tx2"/>
                </a:solidFill>
                <a:latin typeface="David" panose="020E0502060401010101" pitchFamily="34" charset="-79"/>
                <a:cs typeface="David" panose="020E0502060401010101" pitchFamily="34" charset="-79"/>
              </a:rPr>
              <a:t>                                הצגת מילות השיר וקישור להשמעת השיר </a:t>
            </a:r>
            <a:endParaRPr lang="he-IL" sz="2400" dirty="0" smtClean="0">
              <a:solidFill>
                <a:schemeClr val="tx2"/>
              </a:solidFill>
              <a:latin typeface="David" panose="020E0502060401010101" pitchFamily="34" charset="-79"/>
              <a:cs typeface="David" panose="020E0502060401010101" pitchFamily="34" charset="-79"/>
            </a:endParaRPr>
          </a:p>
          <a:p>
            <a:pPr algn="r"/>
            <a:r>
              <a:rPr lang="he-IL" sz="2400" dirty="0" smtClean="0">
                <a:solidFill>
                  <a:schemeClr val="tx2"/>
                </a:solidFill>
                <a:latin typeface="David" panose="020E0502060401010101" pitchFamily="34" charset="-79"/>
                <a:cs typeface="David" panose="020E0502060401010101" pitchFamily="34" charset="-79"/>
              </a:rPr>
              <a:t>. </a:t>
            </a:r>
            <a:r>
              <a:rPr lang="en-US" sz="2400" dirty="0">
                <a:solidFill>
                  <a:schemeClr val="tx2"/>
                </a:solidFill>
                <a:latin typeface="David" panose="020E0502060401010101" pitchFamily="34" charset="-79"/>
                <a:cs typeface="David" panose="020E0502060401010101" pitchFamily="34" charset="-79"/>
              </a:rPr>
              <a:t> </a:t>
            </a:r>
          </a:p>
          <a:p>
            <a:pPr algn="r"/>
            <a:r>
              <a:rPr lang="he-IL" sz="2400" dirty="0">
                <a:solidFill>
                  <a:schemeClr val="tx2"/>
                </a:solidFill>
                <a:latin typeface="David" panose="020E0502060401010101" pitchFamily="34" charset="-79"/>
                <a:cs typeface="David" panose="020E0502060401010101" pitchFamily="34" charset="-79"/>
              </a:rPr>
              <a:t>  </a:t>
            </a:r>
            <a:r>
              <a:rPr lang="he-IL" sz="2400" dirty="0" smtClean="0">
                <a:solidFill>
                  <a:schemeClr val="tx2"/>
                </a:solidFill>
                <a:latin typeface="David" panose="020E0502060401010101" pitchFamily="34" charset="-79"/>
                <a:cs typeface="David" panose="020E0502060401010101" pitchFamily="34" charset="-79"/>
              </a:rPr>
              <a:t> </a:t>
            </a:r>
            <a:r>
              <a:rPr lang="he-IL" sz="2400" b="1" dirty="0" smtClean="0">
                <a:solidFill>
                  <a:schemeClr val="tx2"/>
                </a:solidFill>
                <a:latin typeface="David" panose="020E0502060401010101" pitchFamily="34" charset="-79"/>
                <a:cs typeface="David" panose="020E0502060401010101" pitchFamily="34" charset="-79"/>
              </a:rPr>
              <a:t>שקופית </a:t>
            </a:r>
            <a:r>
              <a:rPr lang="he-IL" sz="2400" b="1" dirty="0">
                <a:solidFill>
                  <a:schemeClr val="tx2"/>
                </a:solidFill>
                <a:latin typeface="David" panose="020E0502060401010101" pitchFamily="34" charset="-79"/>
                <a:cs typeface="David" panose="020E0502060401010101" pitchFamily="34" charset="-79"/>
              </a:rPr>
              <a:t>2 -         </a:t>
            </a:r>
            <a:r>
              <a:rPr lang="he-IL" sz="2400" b="1" dirty="0" smtClean="0">
                <a:solidFill>
                  <a:schemeClr val="tx2"/>
                </a:solidFill>
                <a:latin typeface="David" panose="020E0502060401010101" pitchFamily="34" charset="-79"/>
                <a:cs typeface="David" panose="020E0502060401010101" pitchFamily="34" charset="-79"/>
              </a:rPr>
              <a:t> </a:t>
            </a:r>
            <a:r>
              <a:rPr lang="he-IL" sz="2400" dirty="0">
                <a:solidFill>
                  <a:schemeClr val="tx2"/>
                </a:solidFill>
                <a:latin typeface="David" panose="020E0502060401010101" pitchFamily="34" charset="-79"/>
                <a:cs typeface="David" panose="020E0502060401010101" pitchFamily="34" charset="-79"/>
              </a:rPr>
              <a:t>תמונה של כותב השיר ופרטים אישיים עליו </a:t>
            </a:r>
            <a:r>
              <a:rPr lang="he-IL" sz="2400" dirty="0" smtClean="0">
                <a:solidFill>
                  <a:schemeClr val="tx2"/>
                </a:solidFill>
                <a:latin typeface="David" panose="020E0502060401010101" pitchFamily="34" charset="-79"/>
                <a:cs typeface="David" panose="020E0502060401010101" pitchFamily="34" charset="-79"/>
              </a:rPr>
              <a:t>בקצרה</a:t>
            </a:r>
          </a:p>
          <a:p>
            <a:pPr algn="r"/>
            <a:r>
              <a:rPr lang="he-IL" sz="2400" dirty="0" smtClean="0">
                <a:solidFill>
                  <a:schemeClr val="tx2"/>
                </a:solidFill>
                <a:latin typeface="David" panose="020E0502060401010101" pitchFamily="34" charset="-79"/>
                <a:cs typeface="David" panose="020E0502060401010101" pitchFamily="34" charset="-79"/>
              </a:rPr>
              <a:t> </a:t>
            </a:r>
            <a:r>
              <a:rPr lang="en-US" sz="2400" dirty="0">
                <a:solidFill>
                  <a:schemeClr val="tx2"/>
                </a:solidFill>
                <a:latin typeface="David" panose="020E0502060401010101" pitchFamily="34" charset="-79"/>
                <a:cs typeface="David" panose="020E0502060401010101" pitchFamily="34" charset="-79"/>
              </a:rPr>
              <a:t> </a:t>
            </a:r>
          </a:p>
          <a:p>
            <a:pPr algn="r"/>
            <a:r>
              <a:rPr lang="he-IL" sz="2400" dirty="0">
                <a:solidFill>
                  <a:schemeClr val="tx2"/>
                </a:solidFill>
                <a:latin typeface="David" panose="020E0502060401010101" pitchFamily="34" charset="-79"/>
                <a:cs typeface="David" panose="020E0502060401010101" pitchFamily="34" charset="-79"/>
              </a:rPr>
              <a:t>   </a:t>
            </a:r>
            <a:r>
              <a:rPr lang="he-IL" sz="2400" b="1" dirty="0">
                <a:solidFill>
                  <a:schemeClr val="tx2"/>
                </a:solidFill>
                <a:latin typeface="David" panose="020E0502060401010101" pitchFamily="34" charset="-79"/>
                <a:cs typeface="David" panose="020E0502060401010101" pitchFamily="34" charset="-79"/>
              </a:rPr>
              <a:t>שקופית 3 -        </a:t>
            </a:r>
            <a:r>
              <a:rPr lang="he-IL" sz="2400" b="1" dirty="0" smtClean="0">
                <a:solidFill>
                  <a:schemeClr val="tx2"/>
                </a:solidFill>
                <a:latin typeface="David" panose="020E0502060401010101" pitchFamily="34" charset="-79"/>
                <a:cs typeface="David" panose="020E0502060401010101" pitchFamily="34" charset="-79"/>
              </a:rPr>
              <a:t>  </a:t>
            </a:r>
            <a:r>
              <a:rPr lang="he-IL" sz="2400" dirty="0">
                <a:solidFill>
                  <a:schemeClr val="tx2"/>
                </a:solidFill>
                <a:latin typeface="David" panose="020E0502060401010101" pitchFamily="34" charset="-79"/>
                <a:cs typeface="David" panose="020E0502060401010101" pitchFamily="34" charset="-79"/>
              </a:rPr>
              <a:t>נסיבות הכתיבה של </a:t>
            </a:r>
            <a:r>
              <a:rPr lang="he-IL" sz="2400" dirty="0" smtClean="0">
                <a:solidFill>
                  <a:schemeClr val="tx2"/>
                </a:solidFill>
                <a:latin typeface="David" panose="020E0502060401010101" pitchFamily="34" charset="-79"/>
                <a:cs typeface="David" panose="020E0502060401010101" pitchFamily="34" charset="-79"/>
              </a:rPr>
              <a:t>השיר, </a:t>
            </a:r>
            <a:r>
              <a:rPr lang="he-IL" sz="2400" dirty="0">
                <a:solidFill>
                  <a:schemeClr val="tx2"/>
                </a:solidFill>
                <a:latin typeface="David" panose="020E0502060401010101" pitchFamily="34" charset="-79"/>
                <a:cs typeface="David" panose="020E0502060401010101" pitchFamily="34" charset="-79"/>
              </a:rPr>
              <a:t>באיזה הקשר הוא </a:t>
            </a:r>
            <a:r>
              <a:rPr lang="he-IL" sz="2400" dirty="0" smtClean="0">
                <a:solidFill>
                  <a:schemeClr val="tx2"/>
                </a:solidFill>
                <a:latin typeface="David" panose="020E0502060401010101" pitchFamily="34" charset="-79"/>
                <a:cs typeface="David" panose="020E0502060401010101" pitchFamily="34" charset="-79"/>
              </a:rPr>
              <a:t>נכתב</a:t>
            </a:r>
          </a:p>
          <a:p>
            <a:pPr algn="r"/>
            <a:endParaRPr lang="en-US" sz="2400" dirty="0">
              <a:solidFill>
                <a:schemeClr val="tx2"/>
              </a:solidFill>
              <a:latin typeface="David" panose="020E0502060401010101" pitchFamily="34" charset="-79"/>
              <a:cs typeface="David" panose="020E0502060401010101" pitchFamily="34" charset="-79"/>
            </a:endParaRPr>
          </a:p>
          <a:p>
            <a:pPr algn="r"/>
            <a:r>
              <a:rPr lang="he-IL" sz="2400" b="1" dirty="0" smtClean="0">
                <a:solidFill>
                  <a:schemeClr val="tx2"/>
                </a:solidFill>
                <a:latin typeface="David" panose="020E0502060401010101" pitchFamily="34" charset="-79"/>
                <a:cs typeface="David" panose="020E0502060401010101" pitchFamily="34" charset="-79"/>
              </a:rPr>
              <a:t>שקופית </a:t>
            </a:r>
            <a:r>
              <a:rPr lang="he-IL" sz="2400" b="1" dirty="0">
                <a:solidFill>
                  <a:schemeClr val="tx2"/>
                </a:solidFill>
                <a:latin typeface="David" panose="020E0502060401010101" pitchFamily="34" charset="-79"/>
                <a:cs typeface="David" panose="020E0502060401010101" pitchFamily="34" charset="-79"/>
              </a:rPr>
              <a:t>4 + 5      </a:t>
            </a:r>
            <a:r>
              <a:rPr lang="he-IL" sz="2400" b="1" dirty="0" smtClean="0">
                <a:solidFill>
                  <a:schemeClr val="tx2"/>
                </a:solidFill>
                <a:latin typeface="David" panose="020E0502060401010101" pitchFamily="34" charset="-79"/>
                <a:cs typeface="David" panose="020E0502060401010101" pitchFamily="34" charset="-79"/>
              </a:rPr>
              <a:t>   </a:t>
            </a:r>
            <a:r>
              <a:rPr lang="he-IL" sz="2400" dirty="0" smtClean="0">
                <a:solidFill>
                  <a:schemeClr val="tx2"/>
                </a:solidFill>
                <a:latin typeface="David" panose="020E0502060401010101" pitchFamily="34" charset="-79"/>
                <a:cs typeface="David" panose="020E0502060401010101" pitchFamily="34" charset="-79"/>
              </a:rPr>
              <a:t>הסבר </a:t>
            </a:r>
            <a:r>
              <a:rPr lang="he-IL" sz="2400" dirty="0">
                <a:solidFill>
                  <a:schemeClr val="tx2"/>
                </a:solidFill>
                <a:latin typeface="David" panose="020E0502060401010101" pitchFamily="34" charset="-79"/>
                <a:cs typeface="David" panose="020E0502060401010101" pitchFamily="34" charset="-79"/>
              </a:rPr>
              <a:t>תוכנו של  השיר ומשמעותו</a:t>
            </a:r>
            <a:r>
              <a:rPr lang="he-IL" sz="2400" dirty="0" smtClean="0">
                <a:solidFill>
                  <a:schemeClr val="tx2"/>
                </a:solidFill>
                <a:latin typeface="David" panose="020E0502060401010101" pitchFamily="34" charset="-79"/>
                <a:cs typeface="David" panose="020E0502060401010101" pitchFamily="34" charset="-79"/>
              </a:rPr>
              <a:t>,</a:t>
            </a:r>
            <a:endParaRPr lang="en-US" sz="2400" dirty="0" smtClean="0">
              <a:solidFill>
                <a:schemeClr val="tx2"/>
              </a:solidFill>
              <a:latin typeface="David" panose="020E0502060401010101" pitchFamily="34" charset="-79"/>
              <a:cs typeface="David" panose="020E0502060401010101" pitchFamily="34" charset="-79"/>
            </a:endParaRPr>
          </a:p>
          <a:p>
            <a:pPr algn="r"/>
            <a:r>
              <a:rPr lang="en-US" sz="2400" dirty="0" smtClean="0">
                <a:solidFill>
                  <a:schemeClr val="tx2"/>
                </a:solidFill>
                <a:latin typeface="David" panose="020E0502060401010101" pitchFamily="34" charset="-79"/>
                <a:cs typeface="David" panose="020E0502060401010101" pitchFamily="34" charset="-79"/>
              </a:rPr>
              <a:t>    </a:t>
            </a:r>
            <a:r>
              <a:rPr lang="he-IL" sz="2400" dirty="0" smtClean="0">
                <a:solidFill>
                  <a:schemeClr val="tx2"/>
                </a:solidFill>
                <a:latin typeface="David" panose="020E0502060401010101" pitchFamily="34" charset="-79"/>
                <a:cs typeface="David" panose="020E0502060401010101" pitchFamily="34" charset="-79"/>
              </a:rPr>
              <a:t>                             אירועים </a:t>
            </a:r>
            <a:r>
              <a:rPr lang="he-IL" sz="2400" dirty="0" err="1" smtClean="0">
                <a:solidFill>
                  <a:schemeClr val="tx2"/>
                </a:solidFill>
                <a:latin typeface="David" panose="020E0502060401010101" pitchFamily="34" charset="-79"/>
                <a:cs typeface="David" panose="020E0502060401010101" pitchFamily="34" charset="-79"/>
              </a:rPr>
              <a:t>הסטוריים</a:t>
            </a:r>
            <a:r>
              <a:rPr lang="he-IL" sz="2400" dirty="0" smtClean="0">
                <a:solidFill>
                  <a:schemeClr val="tx2"/>
                </a:solidFill>
                <a:latin typeface="David" panose="020E0502060401010101" pitchFamily="34" charset="-79"/>
                <a:cs typeface="David" panose="020E0502060401010101" pitchFamily="34" charset="-79"/>
              </a:rPr>
              <a:t> שברקע של השיר או היבטים אחרים </a:t>
            </a:r>
          </a:p>
          <a:p>
            <a:pPr algn="r"/>
            <a:r>
              <a:rPr lang="he-IL" sz="2400" dirty="0">
                <a:solidFill>
                  <a:schemeClr val="tx2"/>
                </a:solidFill>
                <a:latin typeface="David" panose="020E0502060401010101" pitchFamily="34" charset="-79"/>
                <a:cs typeface="David" panose="020E0502060401010101" pitchFamily="34" charset="-79"/>
              </a:rPr>
              <a:t> </a:t>
            </a:r>
            <a:r>
              <a:rPr lang="he-IL" sz="2400" dirty="0" smtClean="0">
                <a:solidFill>
                  <a:schemeClr val="tx2"/>
                </a:solidFill>
                <a:latin typeface="David" panose="020E0502060401010101" pitchFamily="34" charset="-79"/>
                <a:cs typeface="David" panose="020E0502060401010101" pitchFamily="34" charset="-79"/>
              </a:rPr>
              <a:t>                                מתולדות המדינה.  </a:t>
            </a:r>
            <a:endParaRPr lang="he-IL" sz="2400" dirty="0">
              <a:solidFill>
                <a:schemeClr val="tx2"/>
              </a:solidFill>
              <a:latin typeface="David" panose="020E0502060401010101" pitchFamily="34" charset="-79"/>
              <a:cs typeface="David" panose="020E0502060401010101" pitchFamily="34" charset="-79"/>
            </a:endParaRPr>
          </a:p>
          <a:p>
            <a:pPr algn="r"/>
            <a:r>
              <a:rPr lang="he-IL" sz="2400" dirty="0" smtClean="0">
                <a:solidFill>
                  <a:schemeClr val="tx2"/>
                </a:solidFill>
                <a:latin typeface="David" panose="020E0502060401010101" pitchFamily="34" charset="-79"/>
                <a:cs typeface="David" panose="020E0502060401010101" pitchFamily="34" charset="-79"/>
              </a:rPr>
              <a:t>    </a:t>
            </a:r>
            <a:r>
              <a:rPr lang="he-IL" sz="2400" b="1" dirty="0">
                <a:solidFill>
                  <a:schemeClr val="tx2"/>
                </a:solidFill>
                <a:latin typeface="David" panose="020E0502060401010101" pitchFamily="34" charset="-79"/>
                <a:cs typeface="David" panose="020E0502060401010101" pitchFamily="34" charset="-79"/>
              </a:rPr>
              <a:t>שקופית 6 -      </a:t>
            </a:r>
            <a:r>
              <a:rPr lang="he-IL" sz="2400" b="1" dirty="0" smtClean="0">
                <a:solidFill>
                  <a:schemeClr val="tx2"/>
                </a:solidFill>
                <a:latin typeface="David" panose="020E0502060401010101" pitchFamily="34" charset="-79"/>
                <a:cs typeface="David" panose="020E0502060401010101" pitchFamily="34" charset="-79"/>
              </a:rPr>
              <a:t>   </a:t>
            </a:r>
            <a:r>
              <a:rPr lang="he-IL" sz="2400" dirty="0" smtClean="0">
                <a:solidFill>
                  <a:schemeClr val="tx2"/>
                </a:solidFill>
                <a:latin typeface="David" panose="020E0502060401010101" pitchFamily="34" charset="-79"/>
                <a:cs typeface="David" panose="020E0502060401010101" pitchFamily="34" charset="-79"/>
              </a:rPr>
              <a:t>מה </a:t>
            </a:r>
            <a:r>
              <a:rPr lang="he-IL" sz="2400" dirty="0">
                <a:solidFill>
                  <a:schemeClr val="tx2"/>
                </a:solidFill>
                <a:latin typeface="David" panose="020E0502060401010101" pitchFamily="34" charset="-79"/>
                <a:cs typeface="David" panose="020E0502060401010101" pitchFamily="34" charset="-79"/>
              </a:rPr>
              <a:t>למדנו ממשימה זו על השיר ועל דרך הצגתו בפני </a:t>
            </a:r>
            <a:r>
              <a:rPr lang="he-IL" sz="2400" dirty="0" smtClean="0">
                <a:solidFill>
                  <a:schemeClr val="tx2"/>
                </a:solidFill>
                <a:latin typeface="David" panose="020E0502060401010101" pitchFamily="34" charset="-79"/>
                <a:cs typeface="David" panose="020E0502060401010101" pitchFamily="34" charset="-79"/>
              </a:rPr>
              <a:t> הכיתה. </a:t>
            </a:r>
          </a:p>
          <a:p>
            <a:pPr algn="r"/>
            <a:r>
              <a:rPr lang="he-IL" sz="2400" dirty="0">
                <a:solidFill>
                  <a:schemeClr val="tx2"/>
                </a:solidFill>
                <a:latin typeface="David" panose="020E0502060401010101" pitchFamily="34" charset="-79"/>
                <a:cs typeface="David" panose="020E0502060401010101" pitchFamily="34" charset="-79"/>
              </a:rPr>
              <a:t> </a:t>
            </a:r>
            <a:r>
              <a:rPr lang="he-IL" sz="2400" dirty="0" smtClean="0">
                <a:solidFill>
                  <a:schemeClr val="tx2"/>
                </a:solidFill>
                <a:latin typeface="David" panose="020E0502060401010101" pitchFamily="34" charset="-79"/>
                <a:cs typeface="David" panose="020E0502060401010101" pitchFamily="34" charset="-79"/>
              </a:rPr>
              <a:t>   </a:t>
            </a:r>
            <a:r>
              <a:rPr lang="he-IL" sz="2400" b="1" dirty="0" err="1" smtClean="0">
                <a:solidFill>
                  <a:schemeClr val="tx2"/>
                </a:solidFill>
                <a:latin typeface="David" panose="020E0502060401010101" pitchFamily="34" charset="-79"/>
                <a:cs typeface="David" panose="020E0502060401010101" pitchFamily="34" charset="-79"/>
              </a:rPr>
              <a:t>שיקופית</a:t>
            </a:r>
            <a:r>
              <a:rPr lang="he-IL" sz="2400" b="1" dirty="0" smtClean="0">
                <a:solidFill>
                  <a:schemeClr val="tx2"/>
                </a:solidFill>
                <a:latin typeface="David" panose="020E0502060401010101" pitchFamily="34" charset="-79"/>
                <a:cs typeface="David" panose="020E0502060401010101" pitchFamily="34" charset="-79"/>
              </a:rPr>
              <a:t> 7 </a:t>
            </a:r>
            <a:r>
              <a:rPr lang="he-IL" sz="2400" dirty="0" smtClean="0">
                <a:solidFill>
                  <a:schemeClr val="tx2"/>
                </a:solidFill>
                <a:latin typeface="David" panose="020E0502060401010101" pitchFamily="34" charset="-79"/>
                <a:cs typeface="David" panose="020E0502060401010101" pitchFamily="34" charset="-79"/>
              </a:rPr>
              <a:t>-        ציון מקורות מידע עליהם התבססתם ברקע של השיר     </a:t>
            </a:r>
            <a:r>
              <a:rPr lang="he-IL" sz="1600" dirty="0" smtClean="0">
                <a:solidFill>
                  <a:schemeClr val="tx2"/>
                </a:solidFill>
                <a:latin typeface="David" panose="020E0502060401010101" pitchFamily="34" charset="-79"/>
                <a:cs typeface="David" panose="020E0502060401010101" pitchFamily="34" charset="-79"/>
              </a:rPr>
              <a:t>                                         </a:t>
            </a:r>
            <a:endParaRPr lang="he-IL" sz="1600" dirty="0">
              <a:solidFill>
                <a:schemeClr val="tx2"/>
              </a:solidFill>
              <a:latin typeface="David" panose="020E0502060401010101" pitchFamily="34" charset="-79"/>
              <a:cs typeface="David" panose="020E0502060401010101" pitchFamily="34" charset="-79"/>
            </a:endParaRPr>
          </a:p>
        </p:txBody>
      </p:sp>
    </p:spTree>
    <p:extLst>
      <p:ext uri="{BB962C8B-B14F-4D97-AF65-F5344CB8AC3E}">
        <p14:creationId xmlns:p14="http://schemas.microsoft.com/office/powerpoint/2010/main" val="256012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ctrTitle"/>
          </p:nvPr>
        </p:nvSpPr>
        <p:spPr>
          <a:xfrm>
            <a:off x="35496" y="21423"/>
            <a:ext cx="9073008" cy="1247337"/>
          </a:xfrm>
        </p:spPr>
        <p:txBody>
          <a:bodyPr/>
          <a:lstStyle/>
          <a:p>
            <a:r>
              <a:rPr lang="he-IL" b="1" dirty="0">
                <a:solidFill>
                  <a:schemeClr val="tx2"/>
                </a:solidFill>
                <a:latin typeface="David" panose="020E0502060401010101" pitchFamily="34" charset="-79"/>
                <a:cs typeface="David" panose="020E0502060401010101" pitchFamily="34" charset="-79"/>
              </a:rPr>
              <a:t>סיפורה של המדינה דרך </a:t>
            </a:r>
            <a:r>
              <a:rPr lang="he-IL" b="1" smtClean="0">
                <a:solidFill>
                  <a:schemeClr val="tx2"/>
                </a:solidFill>
                <a:latin typeface="David" panose="020E0502060401010101" pitchFamily="34" charset="-79"/>
                <a:cs typeface="David" panose="020E0502060401010101" pitchFamily="34" charset="-79"/>
              </a:rPr>
              <a:t>נאומים מכוננים </a:t>
            </a:r>
            <a:endParaRPr lang="he-IL" dirty="0"/>
          </a:p>
        </p:txBody>
      </p:sp>
      <p:sp>
        <p:nvSpPr>
          <p:cNvPr id="3" name="כותרת משנה 2"/>
          <p:cNvSpPr>
            <a:spLocks noGrp="1"/>
          </p:cNvSpPr>
          <p:nvPr>
            <p:ph type="subTitle" idx="1"/>
          </p:nvPr>
        </p:nvSpPr>
        <p:spPr>
          <a:xfrm>
            <a:off x="107504" y="980728"/>
            <a:ext cx="8928992" cy="5832648"/>
          </a:xfrm>
        </p:spPr>
        <p:txBody>
          <a:bodyPr>
            <a:normAutofit/>
          </a:bodyPr>
          <a:lstStyle/>
          <a:p>
            <a:pPr algn="r"/>
            <a:r>
              <a:rPr lang="he-IL" sz="2400" dirty="0" smtClean="0">
                <a:solidFill>
                  <a:schemeClr val="tx2"/>
                </a:solidFill>
                <a:latin typeface="David" panose="020E0502060401010101" pitchFamily="34" charset="-79"/>
                <a:cs typeface="David" panose="020E0502060401010101" pitchFamily="34" charset="-79"/>
              </a:rPr>
              <a:t>בחרו באחד מהעשורים של מדינת ישראל ובהתאם לאירועי העשור בחרו בנאום משמעותי שהשאיר רישומו לאורך זמן. </a:t>
            </a:r>
          </a:p>
          <a:p>
            <a:pPr algn="r"/>
            <a:r>
              <a:rPr lang="he-IL" sz="2400" dirty="0" smtClean="0">
                <a:solidFill>
                  <a:schemeClr val="tx1"/>
                </a:solidFill>
                <a:latin typeface="David" panose="020E0502060401010101" pitchFamily="34" charset="-79"/>
                <a:cs typeface="David" panose="020E0502060401010101" pitchFamily="34" charset="-79"/>
                <a:hlinkClick r:id="rId2"/>
              </a:rPr>
              <a:t>נאום סאדאת ומנחם בגין  בכנסת – נובמבר 1977 </a:t>
            </a:r>
            <a:endParaRPr lang="he-IL" sz="2400" dirty="0" smtClean="0">
              <a:solidFill>
                <a:schemeClr val="tx1"/>
              </a:solidFill>
              <a:latin typeface="David" panose="020E0502060401010101" pitchFamily="34" charset="-79"/>
              <a:cs typeface="David" panose="020E0502060401010101" pitchFamily="34" charset="-79"/>
            </a:endParaRPr>
          </a:p>
          <a:p>
            <a:pPr algn="r"/>
            <a:endParaRPr lang="he-IL" sz="2400" dirty="0" smtClean="0">
              <a:solidFill>
                <a:schemeClr val="tx2"/>
              </a:solidFill>
              <a:latin typeface="David" panose="020E0502060401010101" pitchFamily="34" charset="-79"/>
              <a:cs typeface="David" panose="020E0502060401010101" pitchFamily="34" charset="-79"/>
            </a:endParaRPr>
          </a:p>
          <a:p>
            <a:pPr algn="r"/>
            <a:r>
              <a:rPr lang="he-IL" sz="2400" dirty="0" smtClean="0">
                <a:solidFill>
                  <a:schemeClr val="tx2"/>
                </a:solidFill>
                <a:latin typeface="David" panose="020E0502060401010101" pitchFamily="34" charset="-79"/>
                <a:cs typeface="David" panose="020E0502060401010101" pitchFamily="34" charset="-79"/>
              </a:rPr>
              <a:t>הנכם שגרירי מדינת ישראל נבחרתם להרצות בפני בני נוער בתפוצות על תחום בו הגיעה מדינת ישראל להישגים גבוהים או על תחום שברצונכם לקדם במדינה.</a:t>
            </a:r>
          </a:p>
          <a:p>
            <a:pPr algn="r"/>
            <a:r>
              <a:rPr lang="he-IL" sz="2400" b="1" dirty="0" smtClean="0">
                <a:solidFill>
                  <a:schemeClr val="tx2"/>
                </a:solidFill>
                <a:latin typeface="David" panose="020E0502060401010101" pitchFamily="34" charset="-79"/>
                <a:cs typeface="David" panose="020E0502060401010101" pitchFamily="34" charset="-79"/>
              </a:rPr>
              <a:t>תחומי ההסברה:</a:t>
            </a:r>
          </a:p>
          <a:p>
            <a:pPr algn="r"/>
            <a:r>
              <a:rPr lang="he-IL" sz="2400" dirty="0" smtClean="0">
                <a:solidFill>
                  <a:schemeClr val="tx2"/>
                </a:solidFill>
                <a:latin typeface="David" panose="020E0502060401010101" pitchFamily="34" charset="-79"/>
                <a:cs typeface="David" panose="020E0502060401010101" pitchFamily="34" charset="-79"/>
              </a:rPr>
              <a:t>חינוך, חברה, כלכלה, דת ותרבות, אומנות, צבא וביטחון, חוץ ויחסים בינלאומיים, תיירות, תחבורה, תקשורת. </a:t>
            </a:r>
          </a:p>
          <a:p>
            <a:pPr algn="r"/>
            <a:r>
              <a:rPr lang="he-IL" sz="2400" dirty="0" smtClean="0">
                <a:solidFill>
                  <a:schemeClr val="tx2"/>
                </a:solidFill>
                <a:latin typeface="David" panose="020E0502060401010101" pitchFamily="34" charset="-79"/>
                <a:cs typeface="David" panose="020E0502060401010101" pitchFamily="34" charset="-79"/>
              </a:rPr>
              <a:t>התנסות בדיבור בפני קהל תוך התאמת תוכן הדברים ואופן הצגתם לנושא, לנמען ולנסיבות באמצעות דיבור לעניין, רצף הגיוני, משלב מתאים, עוצמת קול ושפת גוף. </a:t>
            </a:r>
          </a:p>
          <a:p>
            <a:pPr algn="r"/>
            <a:r>
              <a:rPr lang="he-IL" sz="2400" dirty="0" smtClean="0">
                <a:solidFill>
                  <a:schemeClr val="tx2"/>
                </a:solidFill>
                <a:latin typeface="David" panose="020E0502060401010101" pitchFamily="34" charset="-79"/>
                <a:cs typeface="David" panose="020E0502060401010101" pitchFamily="34" charset="-79"/>
              </a:rPr>
              <a:t>המיומנות הנדרשת: מאפייני הנאום דרכי הצגתו והבחנות בינו לבין הרצאה</a:t>
            </a:r>
            <a:endParaRPr lang="he-IL" sz="2400" dirty="0">
              <a:solidFill>
                <a:schemeClr val="tx2"/>
              </a:solidFill>
              <a:latin typeface="David" panose="020E0502060401010101" pitchFamily="34" charset="-79"/>
              <a:cs typeface="David" panose="020E0502060401010101" pitchFamily="34" charset="-79"/>
            </a:endParaRPr>
          </a:p>
        </p:txBody>
      </p:sp>
      <p:sp>
        <p:nvSpPr>
          <p:cNvPr id="4" name="מציין מיקום של כותרת תחתונה 3"/>
          <p:cNvSpPr>
            <a:spLocks noGrp="1"/>
          </p:cNvSpPr>
          <p:nvPr>
            <p:ph type="ftr" sz="quarter" idx="11"/>
          </p:nvPr>
        </p:nvSpPr>
        <p:spPr/>
        <p:txBody>
          <a:bodyPr/>
          <a:lstStyle/>
          <a:p>
            <a:r>
              <a:rPr lang="he-IL" smtClean="0"/>
              <a:t>הבעה בעל פה והוראת העברית -  עדה מאורי  </a:t>
            </a:r>
            <a:endParaRPr lang="he-IL"/>
          </a:p>
        </p:txBody>
      </p:sp>
    </p:spTree>
    <p:extLst>
      <p:ext uri="{BB962C8B-B14F-4D97-AF65-F5344CB8AC3E}">
        <p14:creationId xmlns:p14="http://schemas.microsoft.com/office/powerpoint/2010/main" val="390502184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ctrTitle"/>
          </p:nvPr>
        </p:nvSpPr>
        <p:spPr>
          <a:xfrm>
            <a:off x="35496" y="21423"/>
            <a:ext cx="9073008" cy="1247337"/>
          </a:xfrm>
        </p:spPr>
        <p:txBody>
          <a:bodyPr/>
          <a:lstStyle/>
          <a:p>
            <a:r>
              <a:rPr lang="he-IL" b="1" dirty="0">
                <a:solidFill>
                  <a:schemeClr val="tx2"/>
                </a:solidFill>
                <a:latin typeface="David" panose="020E0502060401010101" pitchFamily="34" charset="-79"/>
                <a:cs typeface="David" panose="020E0502060401010101" pitchFamily="34" charset="-79"/>
              </a:rPr>
              <a:t>סיפורה של המדינה דרך </a:t>
            </a:r>
            <a:r>
              <a:rPr lang="he-IL" b="1" smtClean="0">
                <a:solidFill>
                  <a:schemeClr val="tx2"/>
                </a:solidFill>
                <a:latin typeface="David" panose="020E0502060401010101" pitchFamily="34" charset="-79"/>
                <a:cs typeface="David" panose="020E0502060401010101" pitchFamily="34" charset="-79"/>
              </a:rPr>
              <a:t>נאומים מכוננים </a:t>
            </a:r>
            <a:endParaRPr lang="he-IL" dirty="0"/>
          </a:p>
        </p:txBody>
      </p:sp>
      <p:sp>
        <p:nvSpPr>
          <p:cNvPr id="3" name="כותרת משנה 2"/>
          <p:cNvSpPr>
            <a:spLocks noGrp="1"/>
          </p:cNvSpPr>
          <p:nvPr>
            <p:ph type="subTitle" idx="1"/>
          </p:nvPr>
        </p:nvSpPr>
        <p:spPr>
          <a:xfrm>
            <a:off x="107504" y="980728"/>
            <a:ext cx="8928992" cy="5832648"/>
          </a:xfrm>
        </p:spPr>
        <p:txBody>
          <a:bodyPr>
            <a:normAutofit fontScale="85000" lnSpcReduction="20000"/>
          </a:bodyPr>
          <a:lstStyle/>
          <a:p>
            <a:pPr algn="r"/>
            <a:r>
              <a:rPr lang="he-IL" sz="2400" dirty="0"/>
              <a:t> </a:t>
            </a:r>
            <a:r>
              <a:rPr lang="he-IL" sz="2600" dirty="0" smtClean="0">
                <a:solidFill>
                  <a:schemeClr val="tx1"/>
                </a:solidFill>
                <a:latin typeface="David" panose="020E0502060401010101" pitchFamily="34" charset="-79"/>
                <a:cs typeface="David" panose="020E0502060401010101" pitchFamily="34" charset="-79"/>
              </a:rPr>
              <a:t>                                                     היחידה בהכנה </a:t>
            </a:r>
            <a:endParaRPr lang="en-US" sz="2600" dirty="0">
              <a:solidFill>
                <a:schemeClr val="tx1"/>
              </a:solidFill>
              <a:latin typeface="David" panose="020E0502060401010101" pitchFamily="34" charset="-79"/>
              <a:cs typeface="David" panose="020E0502060401010101" pitchFamily="34" charset="-79"/>
            </a:endParaRPr>
          </a:p>
          <a:p>
            <a:pPr algn="r"/>
            <a:r>
              <a:rPr lang="he-IL" sz="2600" dirty="0">
                <a:solidFill>
                  <a:schemeClr val="tx1"/>
                </a:solidFill>
                <a:latin typeface="David" panose="020E0502060401010101" pitchFamily="34" charset="-79"/>
                <a:cs typeface="David" panose="020E0502060401010101" pitchFamily="34" charset="-79"/>
              </a:rPr>
              <a:t>נאום </a:t>
            </a:r>
            <a:r>
              <a:rPr lang="he-IL" sz="2600" dirty="0" smtClean="0">
                <a:solidFill>
                  <a:schemeClr val="tx1"/>
                </a:solidFill>
                <a:latin typeface="David" panose="020E0502060401010101" pitchFamily="34" charset="-79"/>
                <a:cs typeface="David" panose="020E0502060401010101" pitchFamily="34" charset="-79"/>
              </a:rPr>
              <a:t>רבין אחרי מלחמת ששת הימים</a:t>
            </a:r>
            <a:endParaRPr lang="en-US" sz="2600" dirty="0">
              <a:solidFill>
                <a:schemeClr val="tx1"/>
              </a:solidFill>
              <a:latin typeface="David" panose="020E0502060401010101" pitchFamily="34" charset="-79"/>
              <a:cs typeface="David" panose="020E0502060401010101" pitchFamily="34" charset="-79"/>
            </a:endParaRPr>
          </a:p>
          <a:p>
            <a:pPr algn="r"/>
            <a:r>
              <a:rPr lang="he-IL" sz="2600" dirty="0">
                <a:solidFill>
                  <a:schemeClr val="tx1"/>
                </a:solidFill>
                <a:latin typeface="David" panose="020E0502060401010101" pitchFamily="34" charset="-79"/>
                <a:cs typeface="David" panose="020E0502060401010101" pitchFamily="34" charset="-79"/>
              </a:rPr>
              <a:t> </a:t>
            </a:r>
            <a:endParaRPr lang="en-US" sz="2600" dirty="0">
              <a:solidFill>
                <a:schemeClr val="tx1"/>
              </a:solidFill>
              <a:latin typeface="David" panose="020E0502060401010101" pitchFamily="34" charset="-79"/>
              <a:cs typeface="David" panose="020E0502060401010101" pitchFamily="34" charset="-79"/>
            </a:endParaRPr>
          </a:p>
          <a:p>
            <a:pPr algn="r"/>
            <a:r>
              <a:rPr lang="he-IL" sz="2600" dirty="0">
                <a:solidFill>
                  <a:schemeClr val="tx1"/>
                </a:solidFill>
                <a:latin typeface="David" panose="020E0502060401010101" pitchFamily="34" charset="-79"/>
                <a:cs typeface="David" panose="020E0502060401010101" pitchFamily="34" charset="-79"/>
              </a:rPr>
              <a:t> נאום פרס </a:t>
            </a:r>
            <a:r>
              <a:rPr lang="he-IL" sz="2600" dirty="0" smtClean="0">
                <a:solidFill>
                  <a:schemeClr val="tx1"/>
                </a:solidFill>
                <a:latin typeface="David" panose="020E0502060401010101" pitchFamily="34" charset="-79"/>
                <a:cs typeface="David" panose="020E0502060401010101" pitchFamily="34" charset="-79"/>
              </a:rPr>
              <a:t> </a:t>
            </a:r>
            <a:r>
              <a:rPr lang="he-IL" sz="2600" dirty="0" err="1" smtClean="0">
                <a:solidFill>
                  <a:schemeClr val="tx1"/>
                </a:solidFill>
                <a:latin typeface="David" panose="020E0502060401010101" pitchFamily="34" charset="-79"/>
                <a:cs typeface="David" panose="020E0502060401010101" pitchFamily="34" charset="-79"/>
              </a:rPr>
              <a:t>ברייכסטאג</a:t>
            </a:r>
            <a:r>
              <a:rPr lang="he-IL" sz="2600" dirty="0" smtClean="0">
                <a:solidFill>
                  <a:schemeClr val="tx1"/>
                </a:solidFill>
                <a:latin typeface="David" panose="020E0502060401010101" pitchFamily="34" charset="-79"/>
                <a:cs typeface="David" panose="020E0502060401010101" pitchFamily="34" charset="-79"/>
              </a:rPr>
              <a:t> הגרמני </a:t>
            </a:r>
            <a:endParaRPr lang="en-US" sz="2600" dirty="0">
              <a:solidFill>
                <a:schemeClr val="tx1"/>
              </a:solidFill>
              <a:latin typeface="David" panose="020E0502060401010101" pitchFamily="34" charset="-79"/>
              <a:cs typeface="David" panose="020E0502060401010101" pitchFamily="34" charset="-79"/>
            </a:endParaRPr>
          </a:p>
          <a:p>
            <a:pPr algn="r"/>
            <a:r>
              <a:rPr lang="he-IL" sz="2600" dirty="0">
                <a:solidFill>
                  <a:schemeClr val="tx1"/>
                </a:solidFill>
                <a:latin typeface="David" panose="020E0502060401010101" pitchFamily="34" charset="-79"/>
                <a:cs typeface="David" panose="020E0502060401010101" pitchFamily="34" charset="-79"/>
              </a:rPr>
              <a:t> </a:t>
            </a:r>
            <a:endParaRPr lang="en-US" sz="2600" dirty="0">
              <a:solidFill>
                <a:schemeClr val="tx1"/>
              </a:solidFill>
              <a:latin typeface="David" panose="020E0502060401010101" pitchFamily="34" charset="-79"/>
              <a:cs typeface="David" panose="020E0502060401010101" pitchFamily="34" charset="-79"/>
            </a:endParaRPr>
          </a:p>
          <a:p>
            <a:pPr algn="r"/>
            <a:r>
              <a:rPr lang="he-IL" sz="2600" dirty="0">
                <a:solidFill>
                  <a:schemeClr val="tx1"/>
                </a:solidFill>
                <a:latin typeface="David" panose="020E0502060401010101" pitchFamily="34" charset="-79"/>
                <a:cs typeface="David" panose="020E0502060401010101" pitchFamily="34" charset="-79"/>
              </a:rPr>
              <a:t>נאום השבעה לנשיא </a:t>
            </a:r>
            <a:r>
              <a:rPr lang="he-IL" sz="2600" dirty="0" smtClean="0">
                <a:solidFill>
                  <a:schemeClr val="tx1"/>
                </a:solidFill>
                <a:latin typeface="David" panose="020E0502060401010101" pitchFamily="34" charset="-79"/>
                <a:cs typeface="David" panose="020E0502060401010101" pitchFamily="34" charset="-79"/>
              </a:rPr>
              <a:t> </a:t>
            </a:r>
            <a:endParaRPr lang="en-US" sz="2600" dirty="0">
              <a:solidFill>
                <a:schemeClr val="tx1"/>
              </a:solidFill>
              <a:latin typeface="David" panose="020E0502060401010101" pitchFamily="34" charset="-79"/>
              <a:cs typeface="David" panose="020E0502060401010101" pitchFamily="34" charset="-79"/>
            </a:endParaRPr>
          </a:p>
          <a:p>
            <a:pPr algn="r"/>
            <a:r>
              <a:rPr lang="he-IL" sz="2600" dirty="0">
                <a:solidFill>
                  <a:schemeClr val="tx1"/>
                </a:solidFill>
                <a:latin typeface="David" panose="020E0502060401010101" pitchFamily="34" charset="-79"/>
                <a:cs typeface="David" panose="020E0502060401010101" pitchFamily="34" charset="-79"/>
              </a:rPr>
              <a:t> </a:t>
            </a:r>
            <a:endParaRPr lang="en-US" sz="2600" dirty="0">
              <a:solidFill>
                <a:schemeClr val="tx1"/>
              </a:solidFill>
              <a:latin typeface="David" panose="020E0502060401010101" pitchFamily="34" charset="-79"/>
              <a:cs typeface="David" panose="020E0502060401010101" pitchFamily="34" charset="-79"/>
            </a:endParaRPr>
          </a:p>
          <a:p>
            <a:pPr algn="r"/>
            <a:r>
              <a:rPr lang="he-IL" sz="2600" dirty="0">
                <a:solidFill>
                  <a:schemeClr val="tx1"/>
                </a:solidFill>
                <a:latin typeface="David" panose="020E0502060401010101" pitchFamily="34" charset="-79"/>
                <a:cs typeface="David" panose="020E0502060401010101" pitchFamily="34" charset="-79"/>
              </a:rPr>
              <a:t>נאום </a:t>
            </a:r>
            <a:r>
              <a:rPr lang="he-IL" sz="2600" dirty="0" smtClean="0">
                <a:solidFill>
                  <a:schemeClr val="tx1"/>
                </a:solidFill>
                <a:latin typeface="David" panose="020E0502060401010101" pitchFamily="34" charset="-79"/>
                <a:cs typeface="David" panose="020E0502060401010101" pitchFamily="34" charset="-79"/>
              </a:rPr>
              <a:t>נתניהו ביום </a:t>
            </a:r>
            <a:r>
              <a:rPr lang="he-IL" sz="2600" dirty="0">
                <a:solidFill>
                  <a:schemeClr val="tx1"/>
                </a:solidFill>
                <a:latin typeface="David" panose="020E0502060401010101" pitchFamily="34" charset="-79"/>
                <a:cs typeface="David" panose="020E0502060401010101" pitchFamily="34" charset="-79"/>
              </a:rPr>
              <a:t>השואה הבינלאומי </a:t>
            </a:r>
            <a:r>
              <a:rPr lang="he-IL" sz="2600" dirty="0" smtClean="0">
                <a:solidFill>
                  <a:schemeClr val="tx1"/>
                </a:solidFill>
                <a:latin typeface="David" panose="020E0502060401010101" pitchFamily="34" charset="-79"/>
                <a:cs typeface="David" panose="020E0502060401010101" pitchFamily="34" charset="-79"/>
              </a:rPr>
              <a:t> </a:t>
            </a:r>
            <a:endParaRPr lang="en-US" sz="2600" dirty="0">
              <a:solidFill>
                <a:schemeClr val="tx1"/>
              </a:solidFill>
              <a:latin typeface="David" panose="020E0502060401010101" pitchFamily="34" charset="-79"/>
              <a:cs typeface="David" panose="020E0502060401010101" pitchFamily="34" charset="-79"/>
            </a:endParaRPr>
          </a:p>
          <a:p>
            <a:pPr algn="r"/>
            <a:r>
              <a:rPr lang="he-IL" sz="2600" dirty="0">
                <a:solidFill>
                  <a:schemeClr val="tx1"/>
                </a:solidFill>
                <a:latin typeface="David" panose="020E0502060401010101" pitchFamily="34" charset="-79"/>
                <a:cs typeface="David" panose="020E0502060401010101" pitchFamily="34" charset="-79"/>
              </a:rPr>
              <a:t> </a:t>
            </a:r>
            <a:endParaRPr lang="en-US" sz="2600" dirty="0">
              <a:solidFill>
                <a:schemeClr val="tx1"/>
              </a:solidFill>
              <a:latin typeface="David" panose="020E0502060401010101" pitchFamily="34" charset="-79"/>
              <a:cs typeface="David" panose="020E0502060401010101" pitchFamily="34" charset="-79"/>
            </a:endParaRPr>
          </a:p>
          <a:p>
            <a:pPr algn="r"/>
            <a:r>
              <a:rPr lang="he-IL" sz="2600" dirty="0">
                <a:solidFill>
                  <a:schemeClr val="tx1"/>
                </a:solidFill>
                <a:latin typeface="David" panose="020E0502060401010101" pitchFamily="34" charset="-79"/>
                <a:cs typeface="David" panose="020E0502060401010101" pitchFamily="34" charset="-79"/>
              </a:rPr>
              <a:t>נאום מנחם בגין – הסכם שלום עם מצרים </a:t>
            </a:r>
            <a:endParaRPr lang="en-US" sz="2600" dirty="0">
              <a:solidFill>
                <a:schemeClr val="tx1"/>
              </a:solidFill>
              <a:latin typeface="David" panose="020E0502060401010101" pitchFamily="34" charset="-79"/>
              <a:cs typeface="David" panose="020E0502060401010101" pitchFamily="34" charset="-79"/>
            </a:endParaRPr>
          </a:p>
          <a:p>
            <a:pPr algn="r"/>
            <a:r>
              <a:rPr lang="he-IL" sz="2600" dirty="0">
                <a:solidFill>
                  <a:schemeClr val="tx1"/>
                </a:solidFill>
                <a:latin typeface="David" panose="020E0502060401010101" pitchFamily="34" charset="-79"/>
                <a:cs typeface="David" panose="020E0502060401010101" pitchFamily="34" charset="-79"/>
              </a:rPr>
              <a:t> </a:t>
            </a:r>
            <a:endParaRPr lang="en-US" sz="2600" dirty="0">
              <a:solidFill>
                <a:schemeClr val="tx1"/>
              </a:solidFill>
              <a:latin typeface="David" panose="020E0502060401010101" pitchFamily="34" charset="-79"/>
              <a:cs typeface="David" panose="020E0502060401010101" pitchFamily="34" charset="-79"/>
            </a:endParaRPr>
          </a:p>
          <a:p>
            <a:pPr algn="r"/>
            <a:r>
              <a:rPr lang="he-IL" sz="2600" dirty="0">
                <a:solidFill>
                  <a:schemeClr val="tx1"/>
                </a:solidFill>
                <a:latin typeface="David" panose="020E0502060401010101" pitchFamily="34" charset="-79"/>
                <a:cs typeface="David" panose="020E0502060401010101" pitchFamily="34" charset="-79"/>
              </a:rPr>
              <a:t>נאום בן גוריון </a:t>
            </a:r>
            <a:r>
              <a:rPr lang="he-IL" sz="2600" dirty="0" smtClean="0">
                <a:solidFill>
                  <a:schemeClr val="tx1"/>
                </a:solidFill>
                <a:latin typeface="David" panose="020E0502060401010101" pitchFamily="34" charset="-79"/>
                <a:cs typeface="David" panose="020E0502060401010101" pitchFamily="34" charset="-79"/>
              </a:rPr>
              <a:t> </a:t>
            </a:r>
            <a:endParaRPr lang="en-US" sz="2600" dirty="0">
              <a:solidFill>
                <a:schemeClr val="tx1"/>
              </a:solidFill>
              <a:latin typeface="David" panose="020E0502060401010101" pitchFamily="34" charset="-79"/>
              <a:cs typeface="David" panose="020E0502060401010101" pitchFamily="34" charset="-79"/>
            </a:endParaRPr>
          </a:p>
          <a:p>
            <a:pPr algn="r"/>
            <a:r>
              <a:rPr lang="he-IL" sz="2600" dirty="0">
                <a:solidFill>
                  <a:schemeClr val="tx1"/>
                </a:solidFill>
                <a:latin typeface="David" panose="020E0502060401010101" pitchFamily="34" charset="-79"/>
                <a:cs typeface="David" panose="020E0502060401010101" pitchFamily="34" charset="-79"/>
              </a:rPr>
              <a:t> </a:t>
            </a:r>
            <a:endParaRPr lang="en-US" sz="2600" dirty="0">
              <a:solidFill>
                <a:schemeClr val="tx1"/>
              </a:solidFill>
              <a:latin typeface="David" panose="020E0502060401010101" pitchFamily="34" charset="-79"/>
              <a:cs typeface="David" panose="020E0502060401010101" pitchFamily="34" charset="-79"/>
            </a:endParaRPr>
          </a:p>
          <a:p>
            <a:pPr algn="r"/>
            <a:r>
              <a:rPr lang="he-IL" sz="2600" dirty="0">
                <a:solidFill>
                  <a:schemeClr val="tx1"/>
                </a:solidFill>
                <a:latin typeface="David" panose="020E0502060401010101" pitchFamily="34" charset="-79"/>
                <a:cs typeface="David" panose="020E0502060401010101" pitchFamily="34" charset="-79"/>
              </a:rPr>
              <a:t>נאום </a:t>
            </a:r>
            <a:r>
              <a:rPr lang="he-IL" sz="2600" dirty="0" err="1">
                <a:solidFill>
                  <a:schemeClr val="tx1"/>
                </a:solidFill>
                <a:latin typeface="David" panose="020E0502060401010101" pitchFamily="34" charset="-79"/>
                <a:cs typeface="David" panose="020E0502060401010101" pitchFamily="34" charset="-79"/>
              </a:rPr>
              <a:t>קלאוזנר</a:t>
            </a:r>
            <a:r>
              <a:rPr lang="he-IL" sz="2600" dirty="0">
                <a:solidFill>
                  <a:schemeClr val="tx1"/>
                </a:solidFill>
                <a:latin typeface="David" panose="020E0502060401010101" pitchFamily="34" charset="-79"/>
                <a:cs typeface="David" panose="020E0502060401010101" pitchFamily="34" charset="-79"/>
              </a:rPr>
              <a:t> במשט אייכמן </a:t>
            </a:r>
            <a:r>
              <a:rPr lang="he-IL" sz="2600" dirty="0" smtClean="0">
                <a:solidFill>
                  <a:schemeClr val="tx1"/>
                </a:solidFill>
                <a:latin typeface="David" panose="020E0502060401010101" pitchFamily="34" charset="-79"/>
                <a:cs typeface="David" panose="020E0502060401010101" pitchFamily="34" charset="-79"/>
              </a:rPr>
              <a:t>  </a:t>
            </a:r>
            <a:endParaRPr lang="en-US" sz="2600" dirty="0">
              <a:solidFill>
                <a:schemeClr val="tx1"/>
              </a:solidFill>
              <a:latin typeface="David" panose="020E0502060401010101" pitchFamily="34" charset="-79"/>
              <a:cs typeface="David" panose="020E0502060401010101" pitchFamily="34" charset="-79"/>
            </a:endParaRPr>
          </a:p>
          <a:p>
            <a:pPr algn="r"/>
            <a:r>
              <a:rPr lang="he-IL" sz="2600" dirty="0">
                <a:solidFill>
                  <a:schemeClr val="tx1"/>
                </a:solidFill>
                <a:latin typeface="David" panose="020E0502060401010101" pitchFamily="34" charset="-79"/>
                <a:cs typeface="David" panose="020E0502060401010101" pitchFamily="34" charset="-79"/>
              </a:rPr>
              <a:t> </a:t>
            </a:r>
            <a:endParaRPr lang="en-US" sz="2600" dirty="0">
              <a:solidFill>
                <a:schemeClr val="tx1"/>
              </a:solidFill>
              <a:latin typeface="David" panose="020E0502060401010101" pitchFamily="34" charset="-79"/>
              <a:cs typeface="David" panose="020E0502060401010101" pitchFamily="34" charset="-79"/>
            </a:endParaRPr>
          </a:p>
          <a:p>
            <a:pPr algn="r"/>
            <a:r>
              <a:rPr lang="he-IL" sz="2600" dirty="0">
                <a:solidFill>
                  <a:schemeClr val="tx1"/>
                </a:solidFill>
                <a:latin typeface="David" panose="020E0502060401010101" pitchFamily="34" charset="-79"/>
                <a:cs typeface="David" panose="020E0502060401010101" pitchFamily="34" charset="-79"/>
              </a:rPr>
              <a:t>נאום בגין  נגד הסכם השילומים -</a:t>
            </a:r>
            <a:r>
              <a:rPr lang="he-IL" sz="2400" dirty="0">
                <a:solidFill>
                  <a:schemeClr val="tx1"/>
                </a:solidFill>
              </a:rPr>
              <a:t> </a:t>
            </a:r>
            <a:r>
              <a:rPr lang="en-US" sz="2400" u="sng" dirty="0">
                <a:solidFill>
                  <a:schemeClr val="tx1"/>
                </a:solidFill>
                <a:hlinkClick r:id="rId2"/>
              </a:rPr>
              <a:t>https://www.youtube.com/watch?v=oXTGpbzQ</a:t>
            </a:r>
            <a:r>
              <a:rPr lang="en-US" sz="2400" u="sng" dirty="0">
                <a:hlinkClick r:id="rId2"/>
              </a:rPr>
              <a:t>Xsc</a:t>
            </a:r>
            <a:endParaRPr lang="en-US" sz="2400" dirty="0"/>
          </a:p>
          <a:p>
            <a:pPr algn="r"/>
            <a:endParaRPr lang="he-IL" sz="2400" dirty="0">
              <a:solidFill>
                <a:schemeClr val="tx2"/>
              </a:solidFill>
              <a:latin typeface="David" panose="020E0502060401010101" pitchFamily="34" charset="-79"/>
              <a:cs typeface="David" panose="020E0502060401010101" pitchFamily="34" charset="-79"/>
            </a:endParaRPr>
          </a:p>
        </p:txBody>
      </p:sp>
      <p:sp>
        <p:nvSpPr>
          <p:cNvPr id="4" name="מציין מיקום של כותרת תחתונה 3"/>
          <p:cNvSpPr>
            <a:spLocks noGrp="1"/>
          </p:cNvSpPr>
          <p:nvPr>
            <p:ph type="ftr" sz="quarter" idx="11"/>
          </p:nvPr>
        </p:nvSpPr>
        <p:spPr/>
        <p:txBody>
          <a:bodyPr/>
          <a:lstStyle/>
          <a:p>
            <a:r>
              <a:rPr lang="he-IL" smtClean="0"/>
              <a:t>הבעה בעל פה והוראת העברית -  עדה מאורי  </a:t>
            </a:r>
            <a:endParaRPr lang="he-IL"/>
          </a:p>
        </p:txBody>
      </p:sp>
    </p:spTree>
    <p:extLst>
      <p:ext uri="{BB962C8B-B14F-4D97-AF65-F5344CB8AC3E}">
        <p14:creationId xmlns:p14="http://schemas.microsoft.com/office/powerpoint/2010/main" val="346883747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ctrTitle"/>
          </p:nvPr>
        </p:nvSpPr>
        <p:spPr>
          <a:xfrm>
            <a:off x="35496" y="21423"/>
            <a:ext cx="9073008" cy="1247337"/>
          </a:xfrm>
        </p:spPr>
        <p:txBody>
          <a:bodyPr>
            <a:normAutofit fontScale="90000"/>
          </a:bodyPr>
          <a:lstStyle/>
          <a:p>
            <a:r>
              <a:rPr lang="he-IL" dirty="0" smtClean="0">
                <a:solidFill>
                  <a:schemeClr val="tx2"/>
                </a:solidFill>
                <a:latin typeface="David" panose="020E0502060401010101" pitchFamily="34" charset="-79"/>
                <a:cs typeface="David" panose="020E0502060401010101" pitchFamily="34" charset="-79"/>
              </a:rPr>
              <a:t>עיצוב כרזה ליום העצמאות ה- 70 למדינת ישראל</a:t>
            </a:r>
            <a:endParaRPr lang="he-IL" dirty="0">
              <a:solidFill>
                <a:schemeClr val="tx2"/>
              </a:solidFill>
              <a:latin typeface="David" panose="020E0502060401010101" pitchFamily="34" charset="-79"/>
              <a:cs typeface="David" panose="020E0502060401010101" pitchFamily="34" charset="-79"/>
            </a:endParaRPr>
          </a:p>
        </p:txBody>
      </p:sp>
      <p:sp>
        <p:nvSpPr>
          <p:cNvPr id="3" name="כותרת משנה 2"/>
          <p:cNvSpPr>
            <a:spLocks noGrp="1"/>
          </p:cNvSpPr>
          <p:nvPr>
            <p:ph type="subTitle" idx="1"/>
          </p:nvPr>
        </p:nvSpPr>
        <p:spPr>
          <a:xfrm>
            <a:off x="107504" y="1124744"/>
            <a:ext cx="8928992" cy="5616624"/>
          </a:xfrm>
        </p:spPr>
        <p:txBody>
          <a:bodyPr>
            <a:normAutofit/>
          </a:bodyPr>
          <a:lstStyle/>
          <a:p>
            <a:pPr algn="r"/>
            <a:r>
              <a:rPr lang="he-IL" sz="2400" dirty="0" smtClean="0">
                <a:solidFill>
                  <a:schemeClr val="tx2"/>
                </a:solidFill>
                <a:latin typeface="David" panose="020E0502060401010101" pitchFamily="34" charset="-79"/>
                <a:cs typeface="David" panose="020E0502060401010101" pitchFamily="34" charset="-79"/>
              </a:rPr>
              <a:t>לפניכם </a:t>
            </a:r>
            <a:r>
              <a:rPr lang="he-IL" sz="2400" dirty="0" smtClean="0">
                <a:solidFill>
                  <a:schemeClr val="tx2"/>
                </a:solidFill>
                <a:latin typeface="David" panose="020E0502060401010101" pitchFamily="34" charset="-79"/>
                <a:cs typeface="David" panose="020E0502060401010101" pitchFamily="34" charset="-79"/>
                <a:hlinkClick r:id="rId2"/>
              </a:rPr>
              <a:t>מאגר של כרזות עצמאות </a:t>
            </a:r>
            <a:r>
              <a:rPr lang="he-IL" sz="2400" dirty="0" smtClean="0">
                <a:solidFill>
                  <a:schemeClr val="tx2"/>
                </a:solidFill>
                <a:latin typeface="David" panose="020E0502060401010101" pitchFamily="34" charset="-79"/>
                <a:cs typeface="David" panose="020E0502060401010101" pitchFamily="34" charset="-79"/>
              </a:rPr>
              <a:t>משנים עברו , בחרו באחת שהרשימה אתכם במיוחד ושתפו את חבריכם בפרטיה של הכרזה מבחינה עיצובית וסמליותם</a:t>
            </a:r>
            <a:r>
              <a:rPr lang="he-IL" sz="2400" dirty="0" smtClean="0">
                <a:latin typeface="David" panose="020E0502060401010101" pitchFamily="34" charset="-79"/>
                <a:cs typeface="David" panose="020E0502060401010101" pitchFamily="34" charset="-79"/>
              </a:rPr>
              <a:t>. </a:t>
            </a:r>
          </a:p>
          <a:p>
            <a:pPr algn="r"/>
            <a:r>
              <a:rPr lang="he-IL" sz="2400" dirty="0" smtClean="0">
                <a:solidFill>
                  <a:schemeClr val="tx2"/>
                </a:solidFill>
                <a:latin typeface="David" panose="020E0502060401010101" pitchFamily="34" charset="-79"/>
                <a:cs typeface="David" panose="020E0502060401010101" pitchFamily="34" charset="-79"/>
              </a:rPr>
              <a:t>עליכם לעצב כרזה לכבוד יום העצמאות ה- 70 למדינה חשבו על פרטיה החזותיים שלבו גם פרטים מילוליים המבטאים ערך, משאלה, ברכה או איחולים למדינה.</a:t>
            </a:r>
          </a:p>
          <a:p>
            <a:pPr algn="r"/>
            <a:r>
              <a:rPr lang="he-IL" sz="2400" dirty="0" smtClean="0">
                <a:solidFill>
                  <a:schemeClr val="tx2"/>
                </a:solidFill>
                <a:latin typeface="David" panose="020E0502060401010101" pitchFamily="34" charset="-79"/>
                <a:cs typeface="David" panose="020E0502060401010101" pitchFamily="34" charset="-79"/>
              </a:rPr>
              <a:t>עליכם להציג את הכרזה בפני חבר השופטים, להציג את השיקולים שהנחו אתכם בעיצובה כדי לשכנע בבחירתה. </a:t>
            </a:r>
            <a:endParaRPr lang="he-IL" sz="2400" dirty="0">
              <a:solidFill>
                <a:schemeClr val="tx2"/>
              </a:solidFill>
              <a:latin typeface="David" panose="020E0502060401010101" pitchFamily="34" charset="-79"/>
              <a:cs typeface="David" panose="020E0502060401010101" pitchFamily="34" charset="-79"/>
            </a:endParaRPr>
          </a:p>
        </p:txBody>
      </p:sp>
      <p:sp>
        <p:nvSpPr>
          <p:cNvPr id="4" name="מציין מיקום של כותרת תחתונה 3"/>
          <p:cNvSpPr>
            <a:spLocks noGrp="1"/>
          </p:cNvSpPr>
          <p:nvPr>
            <p:ph type="ftr" sz="quarter" idx="11"/>
          </p:nvPr>
        </p:nvSpPr>
        <p:spPr/>
        <p:txBody>
          <a:bodyPr/>
          <a:lstStyle/>
          <a:p>
            <a:r>
              <a:rPr lang="he-IL" smtClean="0"/>
              <a:t>הבעה בעל פה והוראת העברית -  עדה מאורי  </a:t>
            </a:r>
            <a:endParaRPr lang="he-IL"/>
          </a:p>
        </p:txBody>
      </p:sp>
      <p:pic>
        <p:nvPicPr>
          <p:cNvPr id="7" name="תמונה 6" descr="תוצאת תמונה עבור הלוגו שנבחר לחגיגות ה- 70"/>
          <p:cNvPicPr/>
          <p:nvPr/>
        </p:nvPicPr>
        <p:blipFill>
          <a:blip r:embed="rId3">
            <a:extLst>
              <a:ext uri="{28A0092B-C50C-407E-A947-70E740481C1C}">
                <a14:useLocalDpi xmlns:a14="http://schemas.microsoft.com/office/drawing/2010/main" val="0"/>
              </a:ext>
            </a:extLst>
          </a:blip>
          <a:srcRect/>
          <a:stretch>
            <a:fillRect/>
          </a:stretch>
        </p:blipFill>
        <p:spPr bwMode="auto">
          <a:xfrm>
            <a:off x="611560" y="3717032"/>
            <a:ext cx="4752528" cy="2592288"/>
          </a:xfrm>
          <a:prstGeom prst="rect">
            <a:avLst/>
          </a:prstGeom>
          <a:noFill/>
          <a:ln>
            <a:noFill/>
          </a:ln>
        </p:spPr>
      </p:pic>
    </p:spTree>
    <p:extLst>
      <p:ext uri="{BB962C8B-B14F-4D97-AF65-F5344CB8AC3E}">
        <p14:creationId xmlns:p14="http://schemas.microsoft.com/office/powerpoint/2010/main" val="390502184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ctrTitle"/>
          </p:nvPr>
        </p:nvSpPr>
        <p:spPr>
          <a:xfrm>
            <a:off x="107504" y="116633"/>
            <a:ext cx="8928992" cy="720080"/>
          </a:xfrm>
        </p:spPr>
        <p:style>
          <a:lnRef idx="2">
            <a:schemeClr val="accent5"/>
          </a:lnRef>
          <a:fillRef idx="1">
            <a:schemeClr val="lt1"/>
          </a:fillRef>
          <a:effectRef idx="0">
            <a:schemeClr val="accent5"/>
          </a:effectRef>
          <a:fontRef idx="minor">
            <a:schemeClr val="dk1"/>
          </a:fontRef>
        </p:style>
        <p:txBody>
          <a:bodyPr>
            <a:normAutofit fontScale="90000"/>
          </a:bodyPr>
          <a:lstStyle/>
          <a:p>
            <a:pPr algn="r"/>
            <a:r>
              <a:rPr lang="he-IL" dirty="0" smtClean="0">
                <a:hlinkClick r:id="rId2"/>
              </a:rPr>
              <a:t>פסיפס ישראלי </a:t>
            </a:r>
            <a:endParaRPr lang="he-IL" dirty="0"/>
          </a:p>
        </p:txBody>
      </p:sp>
      <p:sp>
        <p:nvSpPr>
          <p:cNvPr id="3" name="כותרת משנה 2"/>
          <p:cNvSpPr>
            <a:spLocks noGrp="1"/>
          </p:cNvSpPr>
          <p:nvPr>
            <p:ph type="subTitle" idx="1"/>
          </p:nvPr>
        </p:nvSpPr>
        <p:spPr>
          <a:xfrm>
            <a:off x="174006" y="980728"/>
            <a:ext cx="8928992" cy="5760640"/>
          </a:xfrm>
        </p:spPr>
        <p:style>
          <a:lnRef idx="2">
            <a:schemeClr val="accent5"/>
          </a:lnRef>
          <a:fillRef idx="1">
            <a:schemeClr val="lt1"/>
          </a:fillRef>
          <a:effectRef idx="0">
            <a:schemeClr val="accent5"/>
          </a:effectRef>
          <a:fontRef idx="minor">
            <a:schemeClr val="dk1"/>
          </a:fontRef>
        </p:style>
        <p:txBody>
          <a:bodyPr/>
          <a:lstStyle/>
          <a:p>
            <a:r>
              <a:rPr lang="he-IL" b="1" dirty="0" smtClean="0">
                <a:solidFill>
                  <a:schemeClr val="tx2"/>
                </a:solidFill>
                <a:latin typeface="David" panose="020E0502060401010101" pitchFamily="34" charset="-79"/>
                <a:cs typeface="David" panose="020E0502060401010101" pitchFamily="34" charset="-79"/>
              </a:rPr>
              <a:t> </a:t>
            </a:r>
            <a:endParaRPr lang="he-IL" sz="2000" dirty="0">
              <a:solidFill>
                <a:schemeClr val="tx1"/>
              </a:solidFill>
              <a:latin typeface="David" panose="020E0502060401010101" pitchFamily="34" charset="-79"/>
              <a:cs typeface="David" panose="020E0502060401010101" pitchFamily="34" charset="-79"/>
            </a:endParaRPr>
          </a:p>
        </p:txBody>
      </p:sp>
      <p:sp>
        <p:nvSpPr>
          <p:cNvPr id="4" name="מציין מיקום של כותרת תחתונה 3"/>
          <p:cNvSpPr>
            <a:spLocks noGrp="1"/>
          </p:cNvSpPr>
          <p:nvPr>
            <p:ph type="ftr" sz="quarter" idx="11"/>
          </p:nvPr>
        </p:nvSpPr>
        <p:spPr/>
        <p:txBody>
          <a:bodyPr/>
          <a:lstStyle/>
          <a:p>
            <a:r>
              <a:rPr lang="he-IL" smtClean="0"/>
              <a:t>הבעה בעל פה והוראת העברית -  עדה מאורי  </a:t>
            </a:r>
            <a:endParaRPr lang="he-IL"/>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47713"/>
            <a:ext cx="9036496" cy="57056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803263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ctrTitle"/>
          </p:nvPr>
        </p:nvSpPr>
        <p:spPr>
          <a:xfrm>
            <a:off x="107504" y="116633"/>
            <a:ext cx="8928992" cy="720080"/>
          </a:xfrm>
        </p:spPr>
        <p:style>
          <a:lnRef idx="2">
            <a:schemeClr val="accent5"/>
          </a:lnRef>
          <a:fillRef idx="1">
            <a:schemeClr val="lt1"/>
          </a:fillRef>
          <a:effectRef idx="0">
            <a:schemeClr val="accent5"/>
          </a:effectRef>
          <a:fontRef idx="minor">
            <a:schemeClr val="dk1"/>
          </a:fontRef>
        </p:style>
        <p:txBody>
          <a:bodyPr>
            <a:normAutofit fontScale="90000"/>
          </a:bodyPr>
          <a:lstStyle/>
          <a:p>
            <a:r>
              <a:rPr lang="he-IL" dirty="0" smtClean="0"/>
              <a:t>פסיפס ישראלי </a:t>
            </a:r>
            <a:endParaRPr lang="he-IL" dirty="0"/>
          </a:p>
        </p:txBody>
      </p:sp>
      <p:sp>
        <p:nvSpPr>
          <p:cNvPr id="3" name="כותרת משנה 2"/>
          <p:cNvSpPr>
            <a:spLocks noGrp="1"/>
          </p:cNvSpPr>
          <p:nvPr>
            <p:ph type="subTitle" idx="1"/>
          </p:nvPr>
        </p:nvSpPr>
        <p:spPr>
          <a:xfrm>
            <a:off x="107504" y="980728"/>
            <a:ext cx="8928992" cy="5760640"/>
          </a:xfrm>
        </p:spPr>
        <p:style>
          <a:lnRef idx="2">
            <a:schemeClr val="accent5"/>
          </a:lnRef>
          <a:fillRef idx="1">
            <a:schemeClr val="lt1"/>
          </a:fillRef>
          <a:effectRef idx="0">
            <a:schemeClr val="accent5"/>
          </a:effectRef>
          <a:fontRef idx="minor">
            <a:schemeClr val="dk1"/>
          </a:fontRef>
        </p:style>
        <p:txBody>
          <a:bodyPr/>
          <a:lstStyle/>
          <a:p>
            <a:r>
              <a:rPr lang="he-IL" dirty="0"/>
              <a:t>ראש לאריות</a:t>
            </a:r>
          </a:p>
          <a:p>
            <a:r>
              <a:rPr lang="he-IL" b="1" dirty="0">
                <a:hlinkClick r:id="rId2"/>
              </a:rPr>
              <a:t>אלו האנשים שיפרצו השנה </a:t>
            </a:r>
            <a:r>
              <a:rPr lang="he-IL" b="1" dirty="0" smtClean="0">
                <a:hlinkClick r:id="rId2"/>
              </a:rPr>
              <a:t>קדימה</a:t>
            </a:r>
            <a:endParaRPr lang="he-IL" b="1" dirty="0" smtClean="0"/>
          </a:p>
          <a:p>
            <a:endParaRPr lang="he-IL" b="1" dirty="0"/>
          </a:p>
          <a:p>
            <a:endParaRPr lang="he-IL" b="1" dirty="0"/>
          </a:p>
          <a:p>
            <a:r>
              <a:rPr lang="he-IL" b="1" dirty="0"/>
              <a:t>קטגוריות</a:t>
            </a:r>
          </a:p>
          <a:p>
            <a:r>
              <a:rPr lang="he-IL" dirty="0">
                <a:hlinkClick r:id="rId3"/>
              </a:rPr>
              <a:t/>
            </a:r>
            <a:br>
              <a:rPr lang="he-IL" dirty="0">
                <a:hlinkClick r:id="rId3"/>
              </a:rPr>
            </a:br>
            <a:endParaRPr lang="he-IL" sz="2000" dirty="0">
              <a:solidFill>
                <a:schemeClr val="tx1"/>
              </a:solidFill>
              <a:latin typeface="David" panose="020E0502060401010101" pitchFamily="34" charset="-79"/>
              <a:cs typeface="David" panose="020E0502060401010101" pitchFamily="34" charset="-79"/>
            </a:endParaRPr>
          </a:p>
        </p:txBody>
      </p:sp>
      <p:sp>
        <p:nvSpPr>
          <p:cNvPr id="4" name="מציין מיקום של כותרת תחתונה 3"/>
          <p:cNvSpPr>
            <a:spLocks noGrp="1"/>
          </p:cNvSpPr>
          <p:nvPr>
            <p:ph type="ftr" sz="quarter" idx="11"/>
          </p:nvPr>
        </p:nvSpPr>
        <p:spPr/>
        <p:txBody>
          <a:bodyPr/>
          <a:lstStyle/>
          <a:p>
            <a:r>
              <a:rPr lang="he-IL" smtClean="0"/>
              <a:t>הבעה בעל פה והוראת העברית -  עדה מאורי  </a:t>
            </a:r>
            <a:endParaRPr lang="he-IL"/>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0728" y="2636912"/>
            <a:ext cx="6896100" cy="2962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2169793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ctrTitle"/>
          </p:nvPr>
        </p:nvSpPr>
        <p:spPr>
          <a:xfrm>
            <a:off x="107504" y="116633"/>
            <a:ext cx="8928992" cy="720080"/>
          </a:xfrm>
        </p:spPr>
        <p:style>
          <a:lnRef idx="2">
            <a:schemeClr val="accent5"/>
          </a:lnRef>
          <a:fillRef idx="1">
            <a:schemeClr val="lt1"/>
          </a:fillRef>
          <a:effectRef idx="0">
            <a:schemeClr val="accent5"/>
          </a:effectRef>
          <a:fontRef idx="minor">
            <a:schemeClr val="dk1"/>
          </a:fontRef>
        </p:style>
        <p:txBody>
          <a:bodyPr>
            <a:normAutofit/>
          </a:bodyPr>
          <a:lstStyle/>
          <a:p>
            <a:r>
              <a:rPr lang="he-IL" sz="3600" b="1" dirty="0" smtClean="0">
                <a:solidFill>
                  <a:schemeClr val="tx2"/>
                </a:solidFill>
                <a:latin typeface="David" panose="020E0502060401010101" pitchFamily="34" charset="-79"/>
                <a:cs typeface="David" panose="020E0502060401010101" pitchFamily="34" charset="-79"/>
              </a:rPr>
              <a:t>פסיפס ישראלי – פורצי הדרך </a:t>
            </a:r>
            <a:endParaRPr lang="he-IL" sz="3600" b="1" dirty="0">
              <a:solidFill>
                <a:schemeClr val="tx2"/>
              </a:solidFill>
              <a:latin typeface="David" panose="020E0502060401010101" pitchFamily="34" charset="-79"/>
              <a:cs typeface="David" panose="020E0502060401010101" pitchFamily="34" charset="-79"/>
            </a:endParaRPr>
          </a:p>
        </p:txBody>
      </p:sp>
      <p:sp>
        <p:nvSpPr>
          <p:cNvPr id="3" name="כותרת משנה 2"/>
          <p:cNvSpPr>
            <a:spLocks noGrp="1"/>
          </p:cNvSpPr>
          <p:nvPr>
            <p:ph type="subTitle" idx="1"/>
          </p:nvPr>
        </p:nvSpPr>
        <p:spPr>
          <a:xfrm>
            <a:off x="107504" y="980728"/>
            <a:ext cx="8928992" cy="5760640"/>
          </a:xfrm>
        </p:spPr>
        <p:style>
          <a:lnRef idx="2">
            <a:schemeClr val="accent5"/>
          </a:lnRef>
          <a:fillRef idx="1">
            <a:schemeClr val="lt1"/>
          </a:fillRef>
          <a:effectRef idx="0">
            <a:schemeClr val="accent5"/>
          </a:effectRef>
          <a:fontRef idx="minor">
            <a:schemeClr val="dk1"/>
          </a:fontRef>
        </p:style>
        <p:txBody>
          <a:bodyPr/>
          <a:lstStyle/>
          <a:p>
            <a:pPr marL="342900" indent="-342900" algn="r">
              <a:buFont typeface="Wingdings" panose="05000000000000000000" pitchFamily="2" charset="2"/>
              <a:buChar char="Ø"/>
            </a:pPr>
            <a:r>
              <a:rPr lang="he-IL" sz="2400" dirty="0" smtClean="0">
                <a:solidFill>
                  <a:schemeClr val="tx2"/>
                </a:solidFill>
                <a:latin typeface="David" panose="020E0502060401010101" pitchFamily="34" charset="-79"/>
                <a:cs typeface="David" panose="020E0502060401010101" pitchFamily="34" charset="-79"/>
              </a:rPr>
              <a:t>בחרו באחת מקבוצות פורצי הדרך באחד מתחומי החיים </a:t>
            </a:r>
          </a:p>
          <a:p>
            <a:pPr marL="342900" indent="-342900" algn="r">
              <a:buFont typeface="Wingdings" panose="05000000000000000000" pitchFamily="2" charset="2"/>
              <a:buChar char="Ø"/>
            </a:pPr>
            <a:r>
              <a:rPr lang="he-IL" sz="2400" dirty="0" smtClean="0">
                <a:solidFill>
                  <a:schemeClr val="tx2"/>
                </a:solidFill>
                <a:latin typeface="David" panose="020E0502060401010101" pitchFamily="34" charset="-79"/>
                <a:cs typeface="David" panose="020E0502060401010101" pitchFamily="34" charset="-79"/>
              </a:rPr>
              <a:t>קראו על פורצי הדרך ובחרו בסיפורו של אחד מהם שמשך את ליבכם ביותר.</a:t>
            </a:r>
          </a:p>
          <a:p>
            <a:pPr marL="342900" indent="-342900" algn="r">
              <a:buFont typeface="Wingdings" panose="05000000000000000000" pitchFamily="2" charset="2"/>
              <a:buChar char="Ø"/>
            </a:pPr>
            <a:r>
              <a:rPr lang="he-IL" sz="2400" dirty="0" smtClean="0">
                <a:solidFill>
                  <a:schemeClr val="tx2"/>
                </a:solidFill>
                <a:latin typeface="David" panose="020E0502060401010101" pitchFamily="34" charset="-79"/>
                <a:cs typeface="David" panose="020E0502060401010101" pitchFamily="34" charset="-79"/>
              </a:rPr>
              <a:t>סכמו את עיקרי פועלו בלשונכם והיערכו להצגתו בעל פה בפני הכיתה. </a:t>
            </a:r>
          </a:p>
          <a:p>
            <a:pPr marL="342900" indent="-342900" algn="r">
              <a:buFont typeface="Wingdings" panose="05000000000000000000" pitchFamily="2" charset="2"/>
              <a:buChar char="Ø"/>
            </a:pPr>
            <a:r>
              <a:rPr lang="he-IL" sz="2400" dirty="0" smtClean="0">
                <a:solidFill>
                  <a:schemeClr val="tx2"/>
                </a:solidFill>
                <a:latin typeface="David" panose="020E0502060401010101" pitchFamily="34" charset="-79"/>
                <a:cs typeface="David" panose="020E0502060401010101" pitchFamily="34" charset="-79"/>
              </a:rPr>
              <a:t>הציגו את דמותו ואת פועלו של פורץ הדרך העתידי לשנה הקרובה בפני הכיתה.</a:t>
            </a:r>
          </a:p>
          <a:p>
            <a:pPr algn="r"/>
            <a:endParaRPr lang="he-IL" sz="2400" dirty="0" smtClean="0">
              <a:solidFill>
                <a:schemeClr val="tx2"/>
              </a:solidFill>
              <a:latin typeface="David" panose="020E0502060401010101" pitchFamily="34" charset="-79"/>
              <a:cs typeface="David" panose="020E0502060401010101" pitchFamily="34" charset="-79"/>
            </a:endParaRPr>
          </a:p>
          <a:p>
            <a:pPr algn="r"/>
            <a:r>
              <a:rPr lang="he-IL" sz="2400" dirty="0" smtClean="0">
                <a:solidFill>
                  <a:schemeClr val="tx2"/>
                </a:solidFill>
                <a:latin typeface="David" panose="020E0502060401010101" pitchFamily="34" charset="-79"/>
                <a:cs typeface="David" panose="020E0502060401010101" pitchFamily="34" charset="-79"/>
              </a:rPr>
              <a:t>     ניתן להיעזר במצגת נלווית שמטרתה לתת אזכורים בלבד, לצרף תמונה </a:t>
            </a:r>
          </a:p>
          <a:p>
            <a:pPr algn="r"/>
            <a:r>
              <a:rPr lang="he-IL" sz="2400" dirty="0">
                <a:solidFill>
                  <a:schemeClr val="tx2"/>
                </a:solidFill>
                <a:latin typeface="David" panose="020E0502060401010101" pitchFamily="34" charset="-79"/>
                <a:cs typeface="David" panose="020E0502060401010101" pitchFamily="34" charset="-79"/>
              </a:rPr>
              <a:t> </a:t>
            </a:r>
            <a:r>
              <a:rPr lang="he-IL" sz="2400" dirty="0" smtClean="0">
                <a:solidFill>
                  <a:schemeClr val="tx2"/>
                </a:solidFill>
                <a:latin typeface="David" panose="020E0502060401010101" pitchFamily="34" charset="-79"/>
                <a:cs typeface="David" panose="020E0502060401010101" pitchFamily="34" charset="-79"/>
              </a:rPr>
              <a:t>    התכוננו בבית בהצגת הדברים בעל פה, התייחסו לטיפים לקראת המשימה:</a:t>
            </a:r>
          </a:p>
          <a:p>
            <a:pPr algn="r"/>
            <a:r>
              <a:rPr lang="he-IL" sz="2400" dirty="0">
                <a:solidFill>
                  <a:schemeClr val="tx2"/>
                </a:solidFill>
                <a:latin typeface="David" panose="020E0502060401010101" pitchFamily="34" charset="-79"/>
                <a:cs typeface="David" panose="020E0502060401010101" pitchFamily="34" charset="-79"/>
              </a:rPr>
              <a:t> </a:t>
            </a:r>
            <a:r>
              <a:rPr lang="he-IL" sz="2400" dirty="0" smtClean="0">
                <a:solidFill>
                  <a:schemeClr val="tx2"/>
                </a:solidFill>
                <a:latin typeface="David" panose="020E0502060401010101" pitchFamily="34" charset="-79"/>
                <a:cs typeface="David" panose="020E0502060401010101" pitchFamily="34" charset="-79"/>
              </a:rPr>
              <a:t>     דיבור בקול </a:t>
            </a:r>
            <a:r>
              <a:rPr lang="he-IL" sz="2400" dirty="0">
                <a:solidFill>
                  <a:schemeClr val="tx2"/>
                </a:solidFill>
                <a:latin typeface="David" panose="020E0502060401010101" pitchFamily="34" charset="-79"/>
                <a:cs typeface="David" panose="020E0502060401010101" pitchFamily="34" charset="-79"/>
              </a:rPr>
              <a:t>רם וברור, רהוט וענייני. </a:t>
            </a:r>
          </a:p>
          <a:p>
            <a:pPr algn="r"/>
            <a:r>
              <a:rPr lang="he-IL" sz="2400" dirty="0" smtClean="0">
                <a:solidFill>
                  <a:schemeClr val="tx2"/>
                </a:solidFill>
                <a:latin typeface="David" panose="020E0502060401010101" pitchFamily="34" charset="-79"/>
                <a:cs typeface="David" panose="020E0502060401010101" pitchFamily="34" charset="-79"/>
              </a:rPr>
              <a:t>      ארגון הדברים בצורה לוגית הגיונית, מקושרת ולכידה</a:t>
            </a:r>
          </a:p>
          <a:p>
            <a:pPr algn="r"/>
            <a:r>
              <a:rPr lang="he-IL" sz="2400" dirty="0">
                <a:solidFill>
                  <a:schemeClr val="tx2"/>
                </a:solidFill>
                <a:latin typeface="David" panose="020E0502060401010101" pitchFamily="34" charset="-79"/>
                <a:cs typeface="David" panose="020E0502060401010101" pitchFamily="34" charset="-79"/>
              </a:rPr>
              <a:t> </a:t>
            </a:r>
            <a:r>
              <a:rPr lang="he-IL" sz="2400" dirty="0" smtClean="0">
                <a:solidFill>
                  <a:schemeClr val="tx2"/>
                </a:solidFill>
                <a:latin typeface="David" panose="020E0502060401010101" pitchFamily="34" charset="-79"/>
                <a:cs typeface="David" panose="020E0502060401010101" pitchFamily="34" charset="-79"/>
              </a:rPr>
              <a:t>     עמידה זקופה ונינוחה, התייחסות אל קהל השומעים במבט עין ובשפת הגוף</a:t>
            </a:r>
          </a:p>
          <a:p>
            <a:pPr algn="r"/>
            <a:r>
              <a:rPr lang="he-IL" sz="2400" dirty="0">
                <a:solidFill>
                  <a:schemeClr val="tx2"/>
                </a:solidFill>
                <a:latin typeface="David" panose="020E0502060401010101" pitchFamily="34" charset="-79"/>
                <a:cs typeface="David" panose="020E0502060401010101" pitchFamily="34" charset="-79"/>
              </a:rPr>
              <a:t> </a:t>
            </a:r>
            <a:r>
              <a:rPr lang="he-IL" sz="2400" dirty="0" smtClean="0">
                <a:solidFill>
                  <a:schemeClr val="tx2"/>
                </a:solidFill>
                <a:latin typeface="David" panose="020E0502060401010101" pitchFamily="34" charset="-79"/>
                <a:cs typeface="David" panose="020E0502060401010101" pitchFamily="34" charset="-79"/>
              </a:rPr>
              <a:t>     הוסיפו נימה אישית המביעה את התרשמותכם מהדמות שבחרתם</a:t>
            </a:r>
            <a:r>
              <a:rPr lang="he-IL" sz="2400" dirty="0" smtClean="0">
                <a:solidFill>
                  <a:schemeClr val="tx1"/>
                </a:solidFill>
                <a:latin typeface="David" panose="020E0502060401010101" pitchFamily="34" charset="-79"/>
                <a:cs typeface="David" panose="020E0502060401010101" pitchFamily="34" charset="-79"/>
              </a:rPr>
              <a:t>.    </a:t>
            </a:r>
          </a:p>
        </p:txBody>
      </p:sp>
      <p:sp>
        <p:nvSpPr>
          <p:cNvPr id="4" name="מציין מיקום של כותרת תחתונה 3"/>
          <p:cNvSpPr>
            <a:spLocks noGrp="1"/>
          </p:cNvSpPr>
          <p:nvPr>
            <p:ph type="ftr" sz="quarter" idx="11"/>
          </p:nvPr>
        </p:nvSpPr>
        <p:spPr/>
        <p:txBody>
          <a:bodyPr/>
          <a:lstStyle/>
          <a:p>
            <a:r>
              <a:rPr lang="he-IL" smtClean="0"/>
              <a:t>הבעה בעל פה והוראת העברית -  עדה מאורי  </a:t>
            </a:r>
            <a:endParaRPr lang="he-IL"/>
          </a:p>
        </p:txBody>
      </p:sp>
    </p:spTree>
    <p:extLst>
      <p:ext uri="{BB962C8B-B14F-4D97-AF65-F5344CB8AC3E}">
        <p14:creationId xmlns:p14="http://schemas.microsoft.com/office/powerpoint/2010/main" val="6860633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ctrTitle"/>
          </p:nvPr>
        </p:nvSpPr>
        <p:spPr>
          <a:xfrm>
            <a:off x="35496" y="21423"/>
            <a:ext cx="9073008" cy="1247337"/>
          </a:xfrm>
        </p:spPr>
        <p:txBody>
          <a:bodyPr>
            <a:noAutofit/>
          </a:bodyPr>
          <a:lstStyle/>
          <a:p>
            <a:r>
              <a:rPr lang="he-IL" sz="3600" b="1" dirty="0" smtClean="0">
                <a:solidFill>
                  <a:schemeClr val="tx2"/>
                </a:solidFill>
                <a:latin typeface="David" panose="020E0502060401010101" pitchFamily="34" charset="-79"/>
                <a:cs typeface="David" panose="020E0502060401010101" pitchFamily="34" charset="-79"/>
              </a:rPr>
              <a:t>קום והתהלך בארץ </a:t>
            </a:r>
            <a:endParaRPr lang="he-IL" sz="3600" b="1" dirty="0">
              <a:solidFill>
                <a:schemeClr val="tx2"/>
              </a:solidFill>
              <a:latin typeface="David" panose="020E0502060401010101" pitchFamily="34" charset="-79"/>
              <a:cs typeface="David" panose="020E0502060401010101" pitchFamily="34" charset="-79"/>
            </a:endParaRPr>
          </a:p>
        </p:txBody>
      </p:sp>
      <p:sp>
        <p:nvSpPr>
          <p:cNvPr id="3" name="כותרת משנה 2"/>
          <p:cNvSpPr>
            <a:spLocks noGrp="1"/>
          </p:cNvSpPr>
          <p:nvPr>
            <p:ph type="subTitle" idx="1"/>
          </p:nvPr>
        </p:nvSpPr>
        <p:spPr>
          <a:xfrm>
            <a:off x="107504" y="980728"/>
            <a:ext cx="8928992" cy="5544616"/>
          </a:xfrm>
        </p:spPr>
        <p:txBody>
          <a:bodyPr>
            <a:normAutofit fontScale="77500" lnSpcReduction="20000"/>
          </a:bodyPr>
          <a:lstStyle/>
          <a:p>
            <a:r>
              <a:rPr lang="he-IL" sz="2400" b="1" dirty="0" smtClean="0">
                <a:solidFill>
                  <a:srgbClr val="C00000"/>
                </a:solidFill>
                <a:latin typeface="David" panose="020E0502060401010101" pitchFamily="34" charset="-79"/>
                <a:cs typeface="David" panose="020E0502060401010101" pitchFamily="34" charset="-79"/>
              </a:rPr>
              <a:t>   שילוב עם משימה אוריינית מתוקשבת "יוצאים לטייל בשביל ישראל" </a:t>
            </a:r>
            <a:r>
              <a:rPr lang="en-US" sz="2400" b="1" dirty="0" smtClean="0">
                <a:solidFill>
                  <a:srgbClr val="C00000"/>
                </a:solidFill>
                <a:latin typeface="David" panose="020E0502060401010101" pitchFamily="34" charset="-79"/>
                <a:cs typeface="David" panose="020E0502060401010101" pitchFamily="34" charset="-79"/>
              </a:rPr>
              <a:t/>
            </a:r>
            <a:br>
              <a:rPr lang="en-US" sz="2400" b="1" dirty="0" smtClean="0">
                <a:solidFill>
                  <a:srgbClr val="C00000"/>
                </a:solidFill>
                <a:latin typeface="David" panose="020E0502060401010101" pitchFamily="34" charset="-79"/>
                <a:cs typeface="David" panose="020E0502060401010101" pitchFamily="34" charset="-79"/>
              </a:rPr>
            </a:br>
            <a:endParaRPr lang="he-IL" sz="2400" b="1" dirty="0" smtClean="0">
              <a:solidFill>
                <a:srgbClr val="C00000"/>
              </a:solidFill>
              <a:latin typeface="David" panose="020E0502060401010101" pitchFamily="34" charset="-79"/>
              <a:cs typeface="David" panose="020E0502060401010101" pitchFamily="34" charset="-79"/>
            </a:endParaRPr>
          </a:p>
          <a:p>
            <a:r>
              <a:rPr lang="he-IL" sz="2900" dirty="0" smtClean="0">
                <a:solidFill>
                  <a:schemeClr val="tx2"/>
                </a:solidFill>
                <a:latin typeface="David" panose="020E0502060401010101" pitchFamily="34" charset="-79"/>
                <a:cs typeface="David" panose="020E0502060401010101" pitchFamily="34" charset="-79"/>
              </a:rPr>
              <a:t> </a:t>
            </a:r>
            <a:r>
              <a:rPr lang="he-IL" sz="3400" b="1" dirty="0">
                <a:solidFill>
                  <a:schemeClr val="tx2"/>
                </a:solidFill>
                <a:latin typeface="David" panose="020E0502060401010101" pitchFamily="34" charset="-79"/>
                <a:cs typeface="David" panose="020E0502060401010101" pitchFamily="34" charset="-79"/>
              </a:rPr>
              <a:t>הנכם מתבקשים לתכנן טיול </a:t>
            </a:r>
            <a:r>
              <a:rPr lang="he-IL" sz="3400" b="1" dirty="0" smtClean="0">
                <a:solidFill>
                  <a:schemeClr val="tx2"/>
                </a:solidFill>
                <a:latin typeface="David" panose="020E0502060401010101" pitchFamily="34" charset="-79"/>
                <a:cs typeface="David" panose="020E0502060401010101" pitchFamily="34" charset="-79"/>
              </a:rPr>
              <a:t>בארץ סביב נושא מארגן לקבוצות תיירים </a:t>
            </a:r>
            <a:endParaRPr lang="he-IL" sz="3400" b="1" dirty="0">
              <a:solidFill>
                <a:schemeClr val="tx2"/>
              </a:solidFill>
              <a:latin typeface="David" panose="020E0502060401010101" pitchFamily="34" charset="-79"/>
              <a:cs typeface="David" panose="020E0502060401010101" pitchFamily="34" charset="-79"/>
            </a:endParaRPr>
          </a:p>
          <a:p>
            <a:r>
              <a:rPr lang="he-IL" sz="3400" b="1" dirty="0">
                <a:solidFill>
                  <a:schemeClr val="tx2"/>
                </a:solidFill>
                <a:latin typeface="David" panose="020E0502060401010101" pitchFamily="34" charset="-79"/>
                <a:cs typeface="David" panose="020E0502060401010101" pitchFamily="34" charset="-79"/>
              </a:rPr>
              <a:t> הכנת עלון מידע למטייל </a:t>
            </a:r>
          </a:p>
          <a:p>
            <a:pPr marL="457200" indent="-457200" algn="r">
              <a:buFont typeface="Wingdings" panose="05000000000000000000" pitchFamily="2" charset="2"/>
              <a:buChar char="Ø"/>
            </a:pPr>
            <a:r>
              <a:rPr lang="he-IL" sz="3400" b="1" dirty="0">
                <a:solidFill>
                  <a:schemeClr val="tx2"/>
                </a:solidFill>
                <a:latin typeface="David" panose="020E0502060401010101" pitchFamily="34" charset="-79"/>
                <a:cs typeface="David" panose="020E0502060401010101" pitchFamily="34" charset="-79"/>
              </a:rPr>
              <a:t>שלב התכנון</a:t>
            </a:r>
          </a:p>
          <a:p>
            <a:pPr algn="r"/>
            <a:endParaRPr lang="he-IL" sz="2800" b="1" dirty="0">
              <a:solidFill>
                <a:schemeClr val="tx1"/>
              </a:solidFill>
              <a:latin typeface="David" panose="020E0502060401010101" pitchFamily="34" charset="-79"/>
              <a:cs typeface="David" panose="020E0502060401010101" pitchFamily="34" charset="-79"/>
            </a:endParaRPr>
          </a:p>
          <a:p>
            <a:pPr marL="457200" indent="-457200" algn="r">
              <a:buFont typeface="Wingdings" panose="05000000000000000000" pitchFamily="2" charset="2"/>
              <a:buChar char="§"/>
            </a:pPr>
            <a:r>
              <a:rPr lang="he-IL" sz="2800" dirty="0">
                <a:solidFill>
                  <a:schemeClr val="tx2"/>
                </a:solidFill>
                <a:latin typeface="David" panose="020E0502060401010101" pitchFamily="34" charset="-79"/>
                <a:cs typeface="David" panose="020E0502060401010101" pitchFamily="34" charset="-79"/>
              </a:rPr>
              <a:t>חשבו על קהל היעד של המטיילים:</a:t>
            </a:r>
          </a:p>
          <a:p>
            <a:pPr algn="r"/>
            <a:r>
              <a:rPr lang="he-IL" sz="2400" dirty="0">
                <a:solidFill>
                  <a:schemeClr val="tx2"/>
                </a:solidFill>
                <a:latin typeface="David" panose="020E0502060401010101" pitchFamily="34" charset="-79"/>
                <a:cs typeface="David" panose="020E0502060401010101" pitchFamily="34" charset="-79"/>
              </a:rPr>
              <a:t>       חיילים, משפחות, סטודנטים</a:t>
            </a:r>
            <a:r>
              <a:rPr lang="he-IL" sz="2800" dirty="0">
                <a:solidFill>
                  <a:schemeClr val="tx2"/>
                </a:solidFill>
                <a:latin typeface="David" panose="020E0502060401010101" pitchFamily="34" charset="-79"/>
                <a:cs typeface="David" panose="020E0502060401010101" pitchFamily="34" charset="-79"/>
              </a:rPr>
              <a:t>, </a:t>
            </a:r>
            <a:r>
              <a:rPr lang="he-IL" sz="2400" dirty="0">
                <a:solidFill>
                  <a:schemeClr val="tx2"/>
                </a:solidFill>
                <a:latin typeface="David" panose="020E0502060401010101" pitchFamily="34" charset="-79"/>
                <a:cs typeface="David" panose="020E0502060401010101" pitchFamily="34" charset="-79"/>
              </a:rPr>
              <a:t>בני נוער, עולים חדשים, תיירים נוצרים, מוסלמים</a:t>
            </a:r>
          </a:p>
          <a:p>
            <a:pPr algn="r"/>
            <a:endParaRPr lang="he-IL" sz="2400" dirty="0">
              <a:solidFill>
                <a:schemeClr val="tx2"/>
              </a:solidFill>
              <a:latin typeface="David" panose="020E0502060401010101" pitchFamily="34" charset="-79"/>
              <a:cs typeface="David" panose="020E0502060401010101" pitchFamily="34" charset="-79"/>
            </a:endParaRPr>
          </a:p>
          <a:p>
            <a:pPr marL="457200" indent="-457200" algn="r">
              <a:buFont typeface="Wingdings" panose="05000000000000000000" pitchFamily="2" charset="2"/>
              <a:buChar char="§"/>
            </a:pPr>
            <a:r>
              <a:rPr lang="he-IL" sz="2800" dirty="0">
                <a:solidFill>
                  <a:schemeClr val="tx2"/>
                </a:solidFill>
                <a:latin typeface="David" panose="020E0502060401010101" pitchFamily="34" charset="-79"/>
                <a:cs typeface="David" panose="020E0502060401010101" pitchFamily="34" charset="-79"/>
              </a:rPr>
              <a:t>בחרו </a:t>
            </a:r>
            <a:r>
              <a:rPr lang="he-IL" sz="2800" dirty="0" smtClean="0">
                <a:solidFill>
                  <a:schemeClr val="tx2"/>
                </a:solidFill>
                <a:latin typeface="David" panose="020E0502060401010101" pitchFamily="34" charset="-79"/>
                <a:cs typeface="David" panose="020E0502060401010101" pitchFamily="34" charset="-79"/>
              </a:rPr>
              <a:t>קטע משביל ישראל ומקומות </a:t>
            </a:r>
            <a:r>
              <a:rPr lang="he-IL" sz="2800" dirty="0">
                <a:solidFill>
                  <a:schemeClr val="tx2"/>
                </a:solidFill>
                <a:latin typeface="David" panose="020E0502060401010101" pitchFamily="34" charset="-79"/>
                <a:cs typeface="David" panose="020E0502060401010101" pitchFamily="34" charset="-79"/>
              </a:rPr>
              <a:t>שיענינו את קהל היעד </a:t>
            </a:r>
            <a:r>
              <a:rPr lang="he-IL" sz="2800" dirty="0" smtClean="0">
                <a:solidFill>
                  <a:schemeClr val="tx2"/>
                </a:solidFill>
                <a:latin typeface="David" panose="020E0502060401010101" pitchFamily="34" charset="-79"/>
                <a:cs typeface="David" panose="020E0502060401010101" pitchFamily="34" charset="-79"/>
              </a:rPr>
              <a:t>שלכם </a:t>
            </a:r>
            <a:r>
              <a:rPr lang="he-IL" sz="2800" dirty="0" err="1" smtClean="0">
                <a:solidFill>
                  <a:schemeClr val="tx2"/>
                </a:solidFill>
                <a:latin typeface="David" panose="020E0502060401010101" pitchFamily="34" charset="-79"/>
                <a:cs typeface="David" panose="020E0502060401010101" pitchFamily="34" charset="-79"/>
              </a:rPr>
              <a:t>באיזור</a:t>
            </a:r>
            <a:r>
              <a:rPr lang="he-IL" sz="2800" dirty="0" smtClean="0">
                <a:solidFill>
                  <a:schemeClr val="tx2"/>
                </a:solidFill>
                <a:latin typeface="David" panose="020E0502060401010101" pitchFamily="34" charset="-79"/>
                <a:cs typeface="David" panose="020E0502060401010101" pitchFamily="34" charset="-79"/>
              </a:rPr>
              <a:t>:</a:t>
            </a:r>
            <a:endParaRPr lang="he-IL" sz="2800" dirty="0">
              <a:solidFill>
                <a:schemeClr val="tx2"/>
              </a:solidFill>
              <a:latin typeface="David" panose="020E0502060401010101" pitchFamily="34" charset="-79"/>
              <a:cs typeface="David" panose="020E0502060401010101" pitchFamily="34" charset="-79"/>
            </a:endParaRPr>
          </a:p>
          <a:p>
            <a:pPr algn="r"/>
            <a:r>
              <a:rPr lang="he-IL" sz="2800" dirty="0">
                <a:solidFill>
                  <a:schemeClr val="tx2"/>
                </a:solidFill>
                <a:latin typeface="David" panose="020E0502060401010101" pitchFamily="34" charset="-79"/>
                <a:cs typeface="David" panose="020E0502060401010101" pitchFamily="34" charset="-79"/>
              </a:rPr>
              <a:t>       </a:t>
            </a:r>
            <a:r>
              <a:rPr lang="he-IL" sz="2400" dirty="0">
                <a:solidFill>
                  <a:schemeClr val="tx2"/>
                </a:solidFill>
                <a:latin typeface="David" panose="020E0502060401010101" pitchFamily="34" charset="-79"/>
                <a:cs typeface="David" panose="020E0502060401010101" pitchFamily="34" charset="-79"/>
              </a:rPr>
              <a:t>אתרים,  מוזיאונים , מקומות קדושים, </a:t>
            </a:r>
            <a:r>
              <a:rPr lang="he-IL" sz="2400" dirty="0" smtClean="0">
                <a:solidFill>
                  <a:schemeClr val="tx2"/>
                </a:solidFill>
                <a:latin typeface="David" panose="020E0502060401010101" pitchFamily="34" charset="-79"/>
                <a:cs typeface="David" panose="020E0502060401010101" pitchFamily="34" charset="-79"/>
              </a:rPr>
              <a:t> אנדרטאות</a:t>
            </a:r>
            <a:r>
              <a:rPr lang="he-IL" sz="2400" dirty="0">
                <a:solidFill>
                  <a:schemeClr val="tx2"/>
                </a:solidFill>
                <a:latin typeface="David" panose="020E0502060401010101" pitchFamily="34" charset="-79"/>
                <a:cs typeface="David" panose="020E0502060401010101" pitchFamily="34" charset="-79"/>
              </a:rPr>
              <a:t>, מוקדי </a:t>
            </a:r>
            <a:r>
              <a:rPr lang="he-IL" sz="2400" dirty="0" smtClean="0">
                <a:solidFill>
                  <a:schemeClr val="tx2"/>
                </a:solidFill>
                <a:latin typeface="David" panose="020E0502060401010101" pitchFamily="34" charset="-79"/>
                <a:cs typeface="David" panose="020E0502060401010101" pitchFamily="34" charset="-79"/>
              </a:rPr>
              <a:t>תרבות , נופים</a:t>
            </a:r>
            <a:endParaRPr lang="he-IL" sz="2400" dirty="0">
              <a:solidFill>
                <a:schemeClr val="tx2"/>
              </a:solidFill>
              <a:latin typeface="David" panose="020E0502060401010101" pitchFamily="34" charset="-79"/>
              <a:cs typeface="David" panose="020E0502060401010101" pitchFamily="34" charset="-79"/>
            </a:endParaRPr>
          </a:p>
          <a:p>
            <a:pPr algn="r"/>
            <a:endParaRPr lang="he-IL" sz="2400" dirty="0">
              <a:solidFill>
                <a:schemeClr val="tx2"/>
              </a:solidFill>
              <a:latin typeface="David" panose="020E0502060401010101" pitchFamily="34" charset="-79"/>
              <a:cs typeface="David" panose="020E0502060401010101" pitchFamily="34" charset="-79"/>
            </a:endParaRPr>
          </a:p>
          <a:p>
            <a:pPr marL="457200" indent="-457200" algn="r">
              <a:buFont typeface="Wingdings" panose="05000000000000000000" pitchFamily="2" charset="2"/>
              <a:buChar char="§"/>
            </a:pPr>
            <a:r>
              <a:rPr lang="he-IL" sz="2800" dirty="0">
                <a:solidFill>
                  <a:schemeClr val="tx2"/>
                </a:solidFill>
                <a:latin typeface="David" panose="020E0502060401010101" pitchFamily="34" charset="-79"/>
                <a:cs typeface="David" panose="020E0502060401010101" pitchFamily="34" charset="-79"/>
              </a:rPr>
              <a:t>אתרו מידע על המקומות המומלצים:</a:t>
            </a:r>
          </a:p>
          <a:p>
            <a:pPr algn="r"/>
            <a:r>
              <a:rPr lang="he-IL" sz="2400" dirty="0">
                <a:solidFill>
                  <a:schemeClr val="tx2"/>
                </a:solidFill>
                <a:latin typeface="David" panose="020E0502060401010101" pitchFamily="34" charset="-79"/>
                <a:cs typeface="David" panose="020E0502060401010101" pitchFamily="34" charset="-79"/>
              </a:rPr>
              <a:t>       תמונות, מפות, מידע על המקומות, שעות הביקור, מסעדות, נגישות לנכים, דמויות</a:t>
            </a:r>
          </a:p>
          <a:p>
            <a:pPr algn="r"/>
            <a:endParaRPr lang="he-IL" sz="2800" dirty="0">
              <a:solidFill>
                <a:schemeClr val="tx2"/>
              </a:solidFill>
              <a:latin typeface="David" panose="020E0502060401010101" pitchFamily="34" charset="-79"/>
              <a:cs typeface="David" panose="020E0502060401010101" pitchFamily="34" charset="-79"/>
            </a:endParaRPr>
          </a:p>
          <a:p>
            <a:pPr marL="457200" indent="-457200" algn="r">
              <a:buFont typeface="Wingdings" panose="05000000000000000000" pitchFamily="2" charset="2"/>
              <a:buChar char="§"/>
            </a:pPr>
            <a:r>
              <a:rPr lang="he-IL" sz="2800" dirty="0">
                <a:solidFill>
                  <a:schemeClr val="tx2"/>
                </a:solidFill>
                <a:latin typeface="David" panose="020E0502060401010101" pitchFamily="34" charset="-79"/>
                <a:cs typeface="David" panose="020E0502060401010101" pitchFamily="34" charset="-79"/>
              </a:rPr>
              <a:t> תכננו את דף המידע: </a:t>
            </a:r>
            <a:r>
              <a:rPr lang="he-IL" sz="2200" dirty="0">
                <a:solidFill>
                  <a:schemeClr val="tx2"/>
                </a:solidFill>
                <a:latin typeface="David" panose="020E0502060401010101" pitchFamily="34" charset="-79"/>
                <a:cs typeface="David" panose="020E0502060401010101" pitchFamily="34" charset="-79"/>
              </a:rPr>
              <a:t>משך </a:t>
            </a:r>
            <a:r>
              <a:rPr lang="he-IL" sz="2200" dirty="0" smtClean="0">
                <a:solidFill>
                  <a:schemeClr val="tx2"/>
                </a:solidFill>
                <a:latin typeface="David" panose="020E0502060401010101" pitchFamily="34" charset="-79"/>
                <a:cs typeface="David" panose="020E0502060401010101" pitchFamily="34" charset="-79"/>
              </a:rPr>
              <a:t>ההליכה, </a:t>
            </a:r>
            <a:r>
              <a:rPr lang="he-IL" sz="2200" dirty="0">
                <a:solidFill>
                  <a:schemeClr val="tx2"/>
                </a:solidFill>
                <a:latin typeface="David" panose="020E0502060401010101" pitchFamily="34" charset="-79"/>
                <a:cs typeface="David" panose="020E0502060401010101" pitchFamily="34" charset="-79"/>
              </a:rPr>
              <a:t>דרגת קושי, אופי המסלול</a:t>
            </a:r>
            <a:endParaRPr lang="he-IL" sz="2600" dirty="0">
              <a:solidFill>
                <a:schemeClr val="tx2"/>
              </a:solidFill>
              <a:latin typeface="David" panose="020E0502060401010101" pitchFamily="34" charset="-79"/>
              <a:cs typeface="David" panose="020E0502060401010101" pitchFamily="34" charset="-79"/>
            </a:endParaRPr>
          </a:p>
          <a:p>
            <a:pPr algn="r"/>
            <a:endParaRPr lang="he-IL" sz="2400" dirty="0">
              <a:solidFill>
                <a:schemeClr val="tx2"/>
              </a:solidFill>
              <a:latin typeface="David" panose="020E0502060401010101" pitchFamily="34" charset="-79"/>
              <a:cs typeface="David" panose="020E0502060401010101" pitchFamily="34" charset="-79"/>
            </a:endParaRPr>
          </a:p>
        </p:txBody>
      </p:sp>
      <p:sp>
        <p:nvSpPr>
          <p:cNvPr id="4" name="כותרת 3"/>
          <p:cNvSpPr txBox="1">
            <a:spLocks/>
          </p:cNvSpPr>
          <p:nvPr/>
        </p:nvSpPr>
        <p:spPr>
          <a:xfrm>
            <a:off x="107950" y="115888"/>
            <a:ext cx="8928100" cy="864840"/>
          </a:xfrm>
          <a:prstGeom prst="roundRect">
            <a:avLst/>
          </a:prstGeom>
          <a:solidFill>
            <a:schemeClr val="tx2">
              <a:lumMod val="40000"/>
              <a:lumOff val="60000"/>
            </a:schemeClr>
          </a:solidFill>
        </p:spPr>
        <p:style>
          <a:lnRef idx="2">
            <a:schemeClr val="accent6">
              <a:shade val="50000"/>
            </a:schemeClr>
          </a:lnRef>
          <a:fillRef idx="1">
            <a:schemeClr val="accent6"/>
          </a:fillRef>
          <a:effectRef idx="0">
            <a:schemeClr val="accent6"/>
          </a:effectRef>
          <a:fontRef idx="minor">
            <a:schemeClr val="lt1"/>
          </a:fontRef>
        </p:style>
        <p:txBody>
          <a:bodyPr vert="horz" lIns="91440" tIns="45720" rIns="91440" bIns="45720" rtlCol="1" anchor="ctr">
            <a:normAutofit/>
          </a:bodyPr>
          <a:lstStyle>
            <a:lvl1pPr algn="ctr" defTabSz="914400" rtl="1"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he-IL" sz="3200" b="1" dirty="0">
                <a:latin typeface="David" panose="020E0502060401010101" pitchFamily="34" charset="-79"/>
                <a:cs typeface="David" panose="020E0502060401010101" pitchFamily="34" charset="-79"/>
              </a:rPr>
              <a:t>קום והתהלך בארץ – לכבוד יום העצמאות ה- 70 למדינה </a:t>
            </a:r>
          </a:p>
        </p:txBody>
      </p:sp>
      <p:sp>
        <p:nvSpPr>
          <p:cNvPr id="5" name="מציין מיקום של כותרת תחתונה 4"/>
          <p:cNvSpPr>
            <a:spLocks noGrp="1"/>
          </p:cNvSpPr>
          <p:nvPr>
            <p:ph type="ftr" sz="quarter" idx="11"/>
          </p:nvPr>
        </p:nvSpPr>
        <p:spPr/>
        <p:txBody>
          <a:bodyPr/>
          <a:lstStyle/>
          <a:p>
            <a:r>
              <a:rPr lang="he-IL" smtClean="0"/>
              <a:t>הבעה בעל פה והוראת העברית -  עדה מאורי  </a:t>
            </a:r>
            <a:endParaRPr lang="he-IL"/>
          </a:p>
        </p:txBody>
      </p:sp>
    </p:spTree>
    <p:extLst>
      <p:ext uri="{BB962C8B-B14F-4D97-AF65-F5344CB8AC3E}">
        <p14:creationId xmlns:p14="http://schemas.microsoft.com/office/powerpoint/2010/main" val="356179365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כותרת משנה 2"/>
          <p:cNvSpPr>
            <a:spLocks noGrp="1"/>
          </p:cNvSpPr>
          <p:nvPr>
            <p:ph type="subTitle" idx="1"/>
          </p:nvPr>
        </p:nvSpPr>
        <p:spPr>
          <a:xfrm>
            <a:off x="107504" y="1052736"/>
            <a:ext cx="8928992" cy="5688632"/>
          </a:xfrm>
        </p:spPr>
        <p:txBody>
          <a:bodyPr>
            <a:normAutofit/>
          </a:bodyPr>
          <a:lstStyle/>
          <a:p>
            <a:pPr marL="457200" indent="-457200" algn="r">
              <a:buFont typeface="Wingdings" panose="05000000000000000000" pitchFamily="2" charset="2"/>
              <a:buChar char="Ø"/>
            </a:pPr>
            <a:r>
              <a:rPr lang="he-IL" sz="2600" b="1" dirty="0" smtClean="0">
                <a:solidFill>
                  <a:schemeClr val="tx2"/>
                </a:solidFill>
                <a:latin typeface="David" panose="020E0502060401010101" pitchFamily="34" charset="-79"/>
                <a:cs typeface="David" panose="020E0502060401010101" pitchFamily="34" charset="-79"/>
              </a:rPr>
              <a:t>שלב הכנת עלון מידע ועיצובו</a:t>
            </a:r>
          </a:p>
          <a:p>
            <a:pPr algn="r"/>
            <a:r>
              <a:rPr lang="he-IL" sz="2600" dirty="0" smtClean="0">
                <a:solidFill>
                  <a:schemeClr val="tx2"/>
                </a:solidFill>
                <a:latin typeface="David" panose="020E0502060401010101" pitchFamily="34" charset="-79"/>
                <a:cs typeface="David" panose="020E0502060401010101" pitchFamily="34" charset="-79"/>
              </a:rPr>
              <a:t>תכננו את עלון המידע או הכינו מצגת </a:t>
            </a:r>
            <a:endParaRPr lang="he-IL" sz="2600" dirty="0">
              <a:solidFill>
                <a:schemeClr val="tx2"/>
              </a:solidFill>
              <a:latin typeface="David" panose="020E0502060401010101" pitchFamily="34" charset="-79"/>
              <a:cs typeface="David" panose="020E0502060401010101" pitchFamily="34" charset="-79"/>
            </a:endParaRPr>
          </a:p>
          <a:p>
            <a:pPr algn="r"/>
            <a:r>
              <a:rPr lang="he-IL" sz="2400" b="1" dirty="0" smtClean="0">
                <a:solidFill>
                  <a:schemeClr val="tx2"/>
                </a:solidFill>
                <a:latin typeface="David" panose="020E0502060401010101" pitchFamily="34" charset="-79"/>
                <a:cs typeface="David" panose="020E0502060401010101" pitchFamily="34" charset="-79"/>
              </a:rPr>
              <a:t>עקרונות </a:t>
            </a:r>
            <a:r>
              <a:rPr lang="he-IL" sz="2400" b="1" dirty="0">
                <a:solidFill>
                  <a:schemeClr val="tx2"/>
                </a:solidFill>
                <a:latin typeface="David" panose="020E0502060401010101" pitchFamily="34" charset="-79"/>
                <a:cs typeface="David" panose="020E0502060401010101" pitchFamily="34" charset="-79"/>
              </a:rPr>
              <a:t>כתיבה של עלון מידע:</a:t>
            </a:r>
            <a:r>
              <a:rPr lang="he-IL" sz="2400" dirty="0">
                <a:solidFill>
                  <a:schemeClr val="tx2"/>
                </a:solidFill>
                <a:latin typeface="David" panose="020E0502060401010101" pitchFamily="34" charset="-79"/>
                <a:cs typeface="David" panose="020E0502060401010101" pitchFamily="34" charset="-79"/>
              </a:rPr>
              <a:t> פשטות, תמציתיות, בהירות, העברת המסר באופן ידידותי ומזמין, רלוונטיות לצרכים, </a:t>
            </a:r>
            <a:r>
              <a:rPr lang="he-IL" sz="2400" dirty="0" smtClean="0">
                <a:solidFill>
                  <a:schemeClr val="tx2"/>
                </a:solidFill>
                <a:latin typeface="David" panose="020E0502060401010101" pitchFamily="34" charset="-79"/>
                <a:cs typeface="David" panose="020E0502060401010101" pitchFamily="34" charset="-79"/>
              </a:rPr>
              <a:t>המחשה חזותית.</a:t>
            </a:r>
          </a:p>
          <a:p>
            <a:pPr algn="r"/>
            <a:r>
              <a:rPr lang="he-IL" sz="2400" dirty="0" smtClean="0">
                <a:solidFill>
                  <a:schemeClr val="tx2"/>
                </a:solidFill>
                <a:latin typeface="David" panose="020E0502060401010101" pitchFamily="34" charset="-79"/>
                <a:cs typeface="David" panose="020E0502060401010101" pitchFamily="34" charset="-79"/>
              </a:rPr>
              <a:t>שילוב תמונות מייצגות ימחיש את המקומות יש לשלב מידע קצר על כל מקום</a:t>
            </a:r>
          </a:p>
          <a:p>
            <a:pPr algn="r"/>
            <a:r>
              <a:rPr lang="he-IL" sz="2400" dirty="0" smtClean="0">
                <a:solidFill>
                  <a:schemeClr val="tx2"/>
                </a:solidFill>
                <a:latin typeface="David" panose="020E0502060401010101" pitchFamily="34" charset="-79"/>
                <a:cs typeface="David" panose="020E0502060401010101" pitchFamily="34" charset="-79"/>
              </a:rPr>
              <a:t>צירוף מפה , פרטי הגעה, תחנות מידע ועוד</a:t>
            </a:r>
          </a:p>
          <a:p>
            <a:pPr algn="r"/>
            <a:r>
              <a:rPr lang="he-IL" sz="2400" dirty="0" smtClean="0">
                <a:solidFill>
                  <a:schemeClr val="tx2"/>
                </a:solidFill>
                <a:latin typeface="David" panose="020E0502060401010101" pitchFamily="34" charset="-79"/>
                <a:cs typeface="David" panose="020E0502060401010101" pitchFamily="34" charset="-79"/>
              </a:rPr>
              <a:t>חשבו על עיצוב אסתטי של עלון המידע </a:t>
            </a:r>
          </a:p>
          <a:p>
            <a:pPr marL="457200" indent="-457200" algn="r">
              <a:buFont typeface="Wingdings" panose="05000000000000000000" pitchFamily="2" charset="2"/>
              <a:buChar char="Ø"/>
            </a:pPr>
            <a:r>
              <a:rPr lang="he-IL" sz="2600" b="1" dirty="0" smtClean="0">
                <a:solidFill>
                  <a:schemeClr val="tx2"/>
                </a:solidFill>
                <a:latin typeface="David" panose="020E0502060401010101" pitchFamily="34" charset="-79"/>
                <a:cs typeface="David" panose="020E0502060401010101" pitchFamily="34" charset="-79"/>
              </a:rPr>
              <a:t>שלב הבקרה וההערכה </a:t>
            </a:r>
          </a:p>
          <a:p>
            <a:pPr marL="457200" indent="-457200" algn="r">
              <a:buFont typeface="Wingdings" panose="05000000000000000000" pitchFamily="2" charset="2"/>
              <a:buChar char="Ø"/>
            </a:pPr>
            <a:r>
              <a:rPr lang="he-IL" sz="2400" dirty="0" smtClean="0">
                <a:solidFill>
                  <a:schemeClr val="tx2"/>
                </a:solidFill>
                <a:latin typeface="David" panose="020E0502060401010101" pitchFamily="34" charset="-79"/>
                <a:cs typeface="David" panose="020E0502060401010101" pitchFamily="34" charset="-79"/>
              </a:rPr>
              <a:t>קריאה של הכתוב, בדיקת התוכן, דיוקי השפה ותקינותה</a:t>
            </a:r>
          </a:p>
          <a:p>
            <a:pPr marL="457200" indent="-457200" algn="r">
              <a:buFont typeface="Wingdings" panose="05000000000000000000" pitchFamily="2" charset="2"/>
              <a:buChar char="Ø"/>
            </a:pPr>
            <a:r>
              <a:rPr lang="he-IL" sz="2400" dirty="0" smtClean="0">
                <a:solidFill>
                  <a:schemeClr val="tx2"/>
                </a:solidFill>
                <a:latin typeface="David" panose="020E0502060401010101" pitchFamily="34" charset="-79"/>
                <a:cs typeface="David" panose="020E0502060401010101" pitchFamily="34" charset="-79"/>
              </a:rPr>
              <a:t>צירוף תמונות וצילומים</a:t>
            </a:r>
          </a:p>
          <a:p>
            <a:pPr marL="457200" indent="-457200" algn="r">
              <a:buFont typeface="Wingdings" panose="05000000000000000000" pitchFamily="2" charset="2"/>
              <a:buChar char="Ø"/>
            </a:pPr>
            <a:r>
              <a:rPr lang="he-IL" sz="2400" dirty="0" smtClean="0">
                <a:solidFill>
                  <a:schemeClr val="tx2"/>
                </a:solidFill>
                <a:latin typeface="David" panose="020E0502060401010101" pitchFamily="34" charset="-79"/>
                <a:cs typeface="David" panose="020E0502060401010101" pitchFamily="34" charset="-79"/>
              </a:rPr>
              <a:t>הדגשים בולטים בכותרות ובהנחיות</a:t>
            </a:r>
          </a:p>
          <a:p>
            <a:pPr marL="457200" indent="-457200" algn="r">
              <a:buFont typeface="Wingdings" panose="05000000000000000000" pitchFamily="2" charset="2"/>
              <a:buChar char="Ø"/>
            </a:pPr>
            <a:r>
              <a:rPr lang="he-IL" sz="2400" dirty="0" smtClean="0">
                <a:solidFill>
                  <a:schemeClr val="tx2"/>
                </a:solidFill>
                <a:latin typeface="David" panose="020E0502060401010101" pitchFamily="34" charset="-79"/>
                <a:cs typeface="David" panose="020E0502060401010101" pitchFamily="34" charset="-79"/>
              </a:rPr>
              <a:t>הערכה תינתן על  התוכן, על  אופן הצגת המידע </a:t>
            </a:r>
            <a:r>
              <a:rPr lang="he-IL" sz="2400" dirty="0" err="1" smtClean="0">
                <a:solidFill>
                  <a:schemeClr val="tx2"/>
                </a:solidFill>
                <a:latin typeface="David" panose="020E0502060401010101" pitchFamily="34" charset="-79"/>
                <a:cs typeface="David" panose="020E0502060401010101" pitchFamily="34" charset="-79"/>
              </a:rPr>
              <a:t>והנגשתו</a:t>
            </a:r>
            <a:r>
              <a:rPr lang="he-IL" sz="2400" dirty="0" smtClean="0">
                <a:solidFill>
                  <a:schemeClr val="tx2"/>
                </a:solidFill>
                <a:latin typeface="David" panose="020E0502060401010101" pitchFamily="34" charset="-79"/>
                <a:cs typeface="David" panose="020E0502060401010101" pitchFamily="34" charset="-79"/>
              </a:rPr>
              <a:t> לקהל היעד </a:t>
            </a:r>
          </a:p>
          <a:p>
            <a:pPr marL="457200" indent="-457200" algn="r">
              <a:buFont typeface="Wingdings" panose="05000000000000000000" pitchFamily="2" charset="2"/>
              <a:buChar char="Ø"/>
            </a:pPr>
            <a:endParaRPr lang="he-IL" sz="2600" dirty="0">
              <a:solidFill>
                <a:schemeClr val="accent6">
                  <a:lumMod val="75000"/>
                </a:schemeClr>
              </a:solidFill>
              <a:latin typeface="David" panose="020E0502060401010101" pitchFamily="34" charset="-79"/>
              <a:cs typeface="David" panose="020E0502060401010101" pitchFamily="34" charset="-79"/>
            </a:endParaRPr>
          </a:p>
          <a:p>
            <a:pPr marL="457200" indent="-457200" algn="r">
              <a:buFont typeface="Wingdings" panose="05000000000000000000" pitchFamily="2" charset="2"/>
              <a:buChar char="Ø"/>
            </a:pPr>
            <a:endParaRPr lang="he-IL" sz="2600" dirty="0">
              <a:solidFill>
                <a:schemeClr val="accent6">
                  <a:lumMod val="75000"/>
                </a:schemeClr>
              </a:solidFill>
              <a:latin typeface="David" panose="020E0502060401010101" pitchFamily="34" charset="-79"/>
              <a:cs typeface="David" panose="020E0502060401010101" pitchFamily="34" charset="-79"/>
            </a:endParaRPr>
          </a:p>
        </p:txBody>
      </p:sp>
      <p:sp>
        <p:nvSpPr>
          <p:cNvPr id="4" name="כותרת 3"/>
          <p:cNvSpPr>
            <a:spLocks noGrp="1"/>
          </p:cNvSpPr>
          <p:nvPr>
            <p:ph type="ctrTitle"/>
          </p:nvPr>
        </p:nvSpPr>
        <p:spPr>
          <a:xfrm>
            <a:off x="107950" y="115888"/>
            <a:ext cx="8928100" cy="864840"/>
          </a:xfrm>
          <a:prstGeom prst="roundRect">
            <a:avLst/>
          </a:prstGeom>
          <a:solidFill>
            <a:schemeClr val="tx2">
              <a:lumMod val="40000"/>
              <a:lumOff val="60000"/>
            </a:schemeClr>
          </a:solidFill>
        </p:spPr>
        <p:style>
          <a:lnRef idx="2">
            <a:schemeClr val="accent6">
              <a:shade val="50000"/>
            </a:schemeClr>
          </a:lnRef>
          <a:fillRef idx="1">
            <a:schemeClr val="accent6"/>
          </a:fillRef>
          <a:effectRef idx="0">
            <a:schemeClr val="accent6"/>
          </a:effectRef>
          <a:fontRef idx="minor">
            <a:schemeClr val="lt1"/>
          </a:fontRef>
        </p:style>
        <p:txBody>
          <a:bodyPr rtlCol="1" anchor="ctr"/>
          <a:lstStyle/>
          <a:p>
            <a:pPr algn="ctr"/>
            <a:r>
              <a:rPr lang="he-IL" sz="3200" b="1" dirty="0" smtClean="0">
                <a:latin typeface="David" panose="020E0502060401010101" pitchFamily="34" charset="-79"/>
                <a:cs typeface="David" panose="020E0502060401010101" pitchFamily="34" charset="-79"/>
              </a:rPr>
              <a:t>קום והתהלך בארץ – לכבוד יום העצמאות ה- 70 למדינה </a:t>
            </a:r>
            <a:endParaRPr lang="he-IL" sz="3200" b="1" dirty="0">
              <a:latin typeface="David" panose="020E0502060401010101" pitchFamily="34" charset="-79"/>
              <a:cs typeface="David" panose="020E0502060401010101" pitchFamily="34" charset="-79"/>
            </a:endParaRPr>
          </a:p>
        </p:txBody>
      </p:sp>
      <p:sp>
        <p:nvSpPr>
          <p:cNvPr id="2" name="מציין מיקום של כותרת תחתונה 1"/>
          <p:cNvSpPr>
            <a:spLocks noGrp="1"/>
          </p:cNvSpPr>
          <p:nvPr>
            <p:ph type="ftr" sz="quarter" idx="11"/>
          </p:nvPr>
        </p:nvSpPr>
        <p:spPr/>
        <p:txBody>
          <a:bodyPr/>
          <a:lstStyle/>
          <a:p>
            <a:r>
              <a:rPr lang="he-IL" smtClean="0"/>
              <a:t>הבעה בעל פה והוראת העברית -  עדה מאורי  </a:t>
            </a:r>
            <a:endParaRPr lang="he-IL"/>
          </a:p>
        </p:txBody>
      </p:sp>
    </p:spTree>
    <p:extLst>
      <p:ext uri="{BB962C8B-B14F-4D97-AF65-F5344CB8AC3E}">
        <p14:creationId xmlns:p14="http://schemas.microsoft.com/office/powerpoint/2010/main" val="42516232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כותרת משנה 2"/>
          <p:cNvSpPr>
            <a:spLocks noGrp="1"/>
          </p:cNvSpPr>
          <p:nvPr>
            <p:ph type="subTitle" idx="1"/>
          </p:nvPr>
        </p:nvSpPr>
        <p:spPr>
          <a:xfrm>
            <a:off x="107504" y="1052736"/>
            <a:ext cx="8928992" cy="5688632"/>
          </a:xfrm>
        </p:spPr>
        <p:txBody>
          <a:bodyPr>
            <a:normAutofit/>
          </a:bodyPr>
          <a:lstStyle/>
          <a:p>
            <a:pPr algn="r"/>
            <a:r>
              <a:rPr lang="he-IL" sz="2800" dirty="0" smtClean="0">
                <a:solidFill>
                  <a:schemeClr val="tx1"/>
                </a:solidFill>
                <a:latin typeface="David" panose="020E0502060401010101" pitchFamily="34" charset="-79"/>
                <a:cs typeface="David" panose="020E0502060401010101" pitchFamily="34" charset="-79"/>
              </a:rPr>
              <a:t> </a:t>
            </a:r>
            <a:endParaRPr lang="he-IL" sz="2800" dirty="0">
              <a:solidFill>
                <a:schemeClr val="tx1"/>
              </a:solidFill>
              <a:latin typeface="David" panose="020E0502060401010101" pitchFamily="34" charset="-79"/>
              <a:cs typeface="David" panose="020E0502060401010101" pitchFamily="34" charset="-79"/>
            </a:endParaRPr>
          </a:p>
        </p:txBody>
      </p:sp>
      <p:sp>
        <p:nvSpPr>
          <p:cNvPr id="4" name="כותרת 3"/>
          <p:cNvSpPr>
            <a:spLocks noGrp="1"/>
          </p:cNvSpPr>
          <p:nvPr>
            <p:ph type="ctrTitle"/>
          </p:nvPr>
        </p:nvSpPr>
        <p:spPr>
          <a:xfrm>
            <a:off x="107504" y="115888"/>
            <a:ext cx="8928992" cy="864840"/>
          </a:xfrm>
          <a:prstGeom prst="roundRect">
            <a:avLst/>
          </a:prstGeom>
          <a:solidFill>
            <a:schemeClr val="tx2">
              <a:lumMod val="40000"/>
              <a:lumOff val="60000"/>
            </a:schemeClr>
          </a:solidFill>
        </p:spPr>
        <p:style>
          <a:lnRef idx="2">
            <a:schemeClr val="accent6">
              <a:shade val="50000"/>
            </a:schemeClr>
          </a:lnRef>
          <a:fillRef idx="1">
            <a:schemeClr val="accent6"/>
          </a:fillRef>
          <a:effectRef idx="0">
            <a:schemeClr val="accent6"/>
          </a:effectRef>
          <a:fontRef idx="minor">
            <a:schemeClr val="lt1"/>
          </a:fontRef>
        </p:style>
        <p:txBody>
          <a:bodyPr rtlCol="1" anchor="ctr">
            <a:normAutofit fontScale="90000"/>
          </a:bodyPr>
          <a:lstStyle/>
          <a:p>
            <a:pPr algn="ctr"/>
            <a:r>
              <a:rPr lang="he-IL" sz="3200" b="1" dirty="0" smtClean="0">
                <a:latin typeface="David" panose="020E0502060401010101" pitchFamily="34" charset="-79"/>
                <a:cs typeface="David" panose="020E0502060401010101" pitchFamily="34" charset="-79"/>
              </a:rPr>
              <a:t>הערכת משימת תכנון הטיול  לכבוד יום העצמאות ה- 70 למדינה</a:t>
            </a:r>
            <a:endParaRPr lang="he-IL" sz="3200" b="1" dirty="0">
              <a:latin typeface="David" panose="020E0502060401010101" pitchFamily="34" charset="-79"/>
              <a:cs typeface="David" panose="020E0502060401010101" pitchFamily="34" charset="-79"/>
            </a:endParaRPr>
          </a:p>
        </p:txBody>
      </p:sp>
      <p:sp>
        <p:nvSpPr>
          <p:cNvPr id="5" name="מלבן 4"/>
          <p:cNvSpPr/>
          <p:nvPr/>
        </p:nvSpPr>
        <p:spPr>
          <a:xfrm>
            <a:off x="0" y="980728"/>
            <a:ext cx="9251504" cy="6324808"/>
          </a:xfrm>
          <a:prstGeom prst="rect">
            <a:avLst/>
          </a:prstGeom>
        </p:spPr>
        <p:txBody>
          <a:bodyPr wrap="square">
            <a:spAutoFit/>
          </a:bodyPr>
          <a:lstStyle/>
          <a:p>
            <a:pPr algn="ctr">
              <a:lnSpc>
                <a:spcPct val="150000"/>
              </a:lnSpc>
            </a:pPr>
            <a:r>
              <a:rPr lang="he-IL" sz="2400" b="1" dirty="0">
                <a:solidFill>
                  <a:schemeClr val="tx2"/>
                </a:solidFill>
                <a:latin typeface="David" panose="020E0502060401010101" pitchFamily="34" charset="-79"/>
                <a:cs typeface="David" panose="020E0502060401010101" pitchFamily="34" charset="-79"/>
              </a:rPr>
              <a:t>מחוון </a:t>
            </a:r>
            <a:r>
              <a:rPr lang="he-IL" sz="2400" b="1" dirty="0" smtClean="0">
                <a:solidFill>
                  <a:schemeClr val="tx2"/>
                </a:solidFill>
                <a:latin typeface="David" panose="020E0502060401010101" pitchFamily="34" charset="-79"/>
                <a:cs typeface="David" panose="020E0502060401010101" pitchFamily="34" charset="-79"/>
              </a:rPr>
              <a:t>להערכה של הצגת המסלול </a:t>
            </a:r>
            <a:endParaRPr lang="en-US" sz="2400" dirty="0">
              <a:solidFill>
                <a:schemeClr val="tx2"/>
              </a:solidFill>
              <a:latin typeface="David" panose="020E0502060401010101" pitchFamily="34" charset="-79"/>
              <a:cs typeface="David" panose="020E0502060401010101" pitchFamily="34" charset="-79"/>
            </a:endParaRPr>
          </a:p>
          <a:p>
            <a:pPr>
              <a:lnSpc>
                <a:spcPct val="150000"/>
              </a:lnSpc>
            </a:pPr>
            <a:r>
              <a:rPr lang="he-IL" b="1" dirty="0">
                <a:solidFill>
                  <a:schemeClr val="tx2"/>
                </a:solidFill>
                <a:latin typeface="David" panose="020E0502060401010101" pitchFamily="34" charset="-79"/>
                <a:cs typeface="David" panose="020E0502060401010101" pitchFamily="34" charset="-79"/>
              </a:rPr>
              <a:t> </a:t>
            </a:r>
            <a:r>
              <a:rPr lang="he-IL" b="1" dirty="0" smtClean="0">
                <a:solidFill>
                  <a:schemeClr val="tx2"/>
                </a:solidFill>
                <a:latin typeface="David" panose="020E0502060401010101" pitchFamily="34" charset="-79"/>
                <a:cs typeface="David" panose="020E0502060401010101" pitchFamily="34" charset="-79"/>
              </a:rPr>
              <a:t>    רמת </a:t>
            </a:r>
            <a:r>
              <a:rPr lang="he-IL" b="1" dirty="0">
                <a:solidFill>
                  <a:schemeClr val="tx2"/>
                </a:solidFill>
                <a:latin typeface="David" panose="020E0502060401010101" pitchFamily="34" charset="-79"/>
                <a:cs typeface="David" panose="020E0502060401010101" pitchFamily="34" charset="-79"/>
              </a:rPr>
              <a:t>התוכן </a:t>
            </a:r>
            <a:r>
              <a:rPr lang="he-IL" dirty="0">
                <a:solidFill>
                  <a:schemeClr val="tx2"/>
                </a:solidFill>
                <a:latin typeface="David" panose="020E0502060401010101" pitchFamily="34" charset="-79"/>
                <a:cs typeface="David" panose="020E0502060401010101" pitchFamily="34" charset="-79"/>
              </a:rPr>
              <a:t>(50%)</a:t>
            </a:r>
            <a:endParaRPr lang="en-US" dirty="0">
              <a:solidFill>
                <a:schemeClr val="tx2"/>
              </a:solidFill>
              <a:latin typeface="David" panose="020E0502060401010101" pitchFamily="34" charset="-79"/>
              <a:cs typeface="David" panose="020E0502060401010101" pitchFamily="34" charset="-79"/>
            </a:endParaRPr>
          </a:p>
          <a:p>
            <a:pPr lvl="0">
              <a:lnSpc>
                <a:spcPct val="150000"/>
              </a:lnSpc>
            </a:pPr>
            <a:r>
              <a:rPr lang="he-IL" dirty="0" smtClean="0">
                <a:solidFill>
                  <a:schemeClr val="tx2"/>
                </a:solidFill>
                <a:latin typeface="David" panose="020E0502060401010101" pitchFamily="34" charset="-79"/>
                <a:cs typeface="David" panose="020E0502060401010101" pitchFamily="34" charset="-79"/>
              </a:rPr>
              <a:t>              הגדרה של קבוצת </a:t>
            </a:r>
            <a:r>
              <a:rPr lang="he-IL" dirty="0">
                <a:solidFill>
                  <a:schemeClr val="tx2"/>
                </a:solidFill>
                <a:latin typeface="David" panose="020E0502060401010101" pitchFamily="34" charset="-79"/>
                <a:cs typeface="David" panose="020E0502060401010101" pitchFamily="34" charset="-79"/>
              </a:rPr>
              <a:t>היעד של המטיילים</a:t>
            </a:r>
            <a:endParaRPr lang="en-US" dirty="0">
              <a:solidFill>
                <a:schemeClr val="tx2"/>
              </a:solidFill>
              <a:latin typeface="David" panose="020E0502060401010101" pitchFamily="34" charset="-79"/>
              <a:cs typeface="David" panose="020E0502060401010101" pitchFamily="34" charset="-79"/>
            </a:endParaRPr>
          </a:p>
          <a:p>
            <a:pPr lvl="0">
              <a:lnSpc>
                <a:spcPct val="150000"/>
              </a:lnSpc>
            </a:pPr>
            <a:r>
              <a:rPr lang="he-IL" dirty="0" smtClean="0">
                <a:solidFill>
                  <a:schemeClr val="tx2"/>
                </a:solidFill>
                <a:latin typeface="David" panose="020E0502060401010101" pitchFamily="34" charset="-79"/>
                <a:cs typeface="David" panose="020E0502060401010101" pitchFamily="34" charset="-79"/>
              </a:rPr>
              <a:t>              הגדרה של </a:t>
            </a:r>
            <a:r>
              <a:rPr lang="he-IL" dirty="0">
                <a:solidFill>
                  <a:schemeClr val="tx2"/>
                </a:solidFill>
                <a:latin typeface="David" panose="020E0502060401010101" pitchFamily="34" charset="-79"/>
                <a:cs typeface="David" panose="020E0502060401010101" pitchFamily="34" charset="-79"/>
              </a:rPr>
              <a:t>מטרת הסיור </a:t>
            </a:r>
            <a:endParaRPr lang="en-US" dirty="0">
              <a:solidFill>
                <a:schemeClr val="tx2"/>
              </a:solidFill>
              <a:latin typeface="David" panose="020E0502060401010101" pitchFamily="34" charset="-79"/>
              <a:cs typeface="David" panose="020E0502060401010101" pitchFamily="34" charset="-79"/>
            </a:endParaRPr>
          </a:p>
          <a:p>
            <a:pPr lvl="0">
              <a:lnSpc>
                <a:spcPct val="150000"/>
              </a:lnSpc>
            </a:pPr>
            <a:r>
              <a:rPr lang="he-IL" dirty="0" smtClean="0">
                <a:solidFill>
                  <a:schemeClr val="tx2"/>
                </a:solidFill>
                <a:latin typeface="David" panose="020E0502060401010101" pitchFamily="34" charset="-79"/>
                <a:cs typeface="David" panose="020E0502060401010101" pitchFamily="34" charset="-79"/>
              </a:rPr>
              <a:t>              שמות </a:t>
            </a:r>
            <a:r>
              <a:rPr lang="he-IL" dirty="0">
                <a:solidFill>
                  <a:schemeClr val="tx2"/>
                </a:solidFill>
                <a:latin typeface="David" panose="020E0502060401010101" pitchFamily="34" charset="-79"/>
                <a:cs typeface="David" panose="020E0502060401010101" pitchFamily="34" charset="-79"/>
              </a:rPr>
              <a:t>האתרים </a:t>
            </a:r>
            <a:r>
              <a:rPr lang="he-IL" dirty="0" smtClean="0">
                <a:solidFill>
                  <a:schemeClr val="tx2"/>
                </a:solidFill>
                <a:latin typeface="David" panose="020E0502060401010101" pitchFamily="34" charset="-79"/>
                <a:cs typeface="David" panose="020E0502060401010101" pitchFamily="34" charset="-79"/>
              </a:rPr>
              <a:t>ומקומם כולל מפות</a:t>
            </a:r>
            <a:endParaRPr lang="en-US" dirty="0">
              <a:solidFill>
                <a:schemeClr val="tx2"/>
              </a:solidFill>
              <a:latin typeface="David" panose="020E0502060401010101" pitchFamily="34" charset="-79"/>
              <a:cs typeface="David" panose="020E0502060401010101" pitchFamily="34" charset="-79"/>
            </a:endParaRPr>
          </a:p>
          <a:p>
            <a:pPr lvl="0">
              <a:lnSpc>
                <a:spcPct val="150000"/>
              </a:lnSpc>
            </a:pPr>
            <a:r>
              <a:rPr lang="he-IL" dirty="0" smtClean="0">
                <a:solidFill>
                  <a:schemeClr val="tx2"/>
                </a:solidFill>
                <a:latin typeface="David" panose="020E0502060401010101" pitchFamily="34" charset="-79"/>
                <a:cs typeface="David" panose="020E0502060401010101" pitchFamily="34" charset="-79"/>
              </a:rPr>
              <a:t>              מידע </a:t>
            </a:r>
            <a:r>
              <a:rPr lang="he-IL" dirty="0">
                <a:solidFill>
                  <a:schemeClr val="tx2"/>
                </a:solidFill>
                <a:latin typeface="David" panose="020E0502060401010101" pitchFamily="34" charset="-79"/>
                <a:cs typeface="David" panose="020E0502060401010101" pitchFamily="34" charset="-79"/>
              </a:rPr>
              <a:t>ענייני על כל אתר כולל צילומים או אמצעי חזותי אחר</a:t>
            </a:r>
            <a:endParaRPr lang="en-US" dirty="0">
              <a:solidFill>
                <a:schemeClr val="tx2"/>
              </a:solidFill>
              <a:latin typeface="David" panose="020E0502060401010101" pitchFamily="34" charset="-79"/>
              <a:cs typeface="David" panose="020E0502060401010101" pitchFamily="34" charset="-79"/>
            </a:endParaRPr>
          </a:p>
          <a:p>
            <a:pPr lvl="0">
              <a:lnSpc>
                <a:spcPct val="150000"/>
              </a:lnSpc>
            </a:pPr>
            <a:r>
              <a:rPr lang="he-IL" b="1" dirty="0" smtClean="0">
                <a:solidFill>
                  <a:schemeClr val="tx2"/>
                </a:solidFill>
                <a:latin typeface="David" panose="020E0502060401010101" pitchFamily="34" charset="-79"/>
                <a:cs typeface="David" panose="020E0502060401010101" pitchFamily="34" charset="-79"/>
              </a:rPr>
              <a:t>      איכות הכתיבה, ארגון המידע ואופן הצגתו </a:t>
            </a:r>
            <a:r>
              <a:rPr lang="he-IL" dirty="0" smtClean="0">
                <a:solidFill>
                  <a:schemeClr val="tx2"/>
                </a:solidFill>
                <a:latin typeface="David" panose="020E0502060401010101" pitchFamily="34" charset="-79"/>
                <a:cs typeface="David" panose="020E0502060401010101" pitchFamily="34" charset="-79"/>
              </a:rPr>
              <a:t>(</a:t>
            </a:r>
            <a:r>
              <a:rPr lang="he-IL" dirty="0">
                <a:solidFill>
                  <a:schemeClr val="tx2"/>
                </a:solidFill>
                <a:latin typeface="David" panose="020E0502060401010101" pitchFamily="34" charset="-79"/>
                <a:cs typeface="David" panose="020E0502060401010101" pitchFamily="34" charset="-79"/>
              </a:rPr>
              <a:t>15%)</a:t>
            </a:r>
            <a:endParaRPr lang="en-US" dirty="0">
              <a:solidFill>
                <a:schemeClr val="tx2"/>
              </a:solidFill>
              <a:latin typeface="David" panose="020E0502060401010101" pitchFamily="34" charset="-79"/>
              <a:cs typeface="David" panose="020E0502060401010101" pitchFamily="34" charset="-79"/>
            </a:endParaRPr>
          </a:p>
          <a:p>
            <a:pPr>
              <a:lnSpc>
                <a:spcPct val="150000"/>
              </a:lnSpc>
            </a:pPr>
            <a:r>
              <a:rPr lang="he-IL" dirty="0">
                <a:solidFill>
                  <a:schemeClr val="tx2"/>
                </a:solidFill>
                <a:latin typeface="David" panose="020E0502060401010101" pitchFamily="34" charset="-79"/>
                <a:cs typeface="David" panose="020E0502060401010101" pitchFamily="34" charset="-79"/>
              </a:rPr>
              <a:t>            </a:t>
            </a:r>
            <a:r>
              <a:rPr lang="he-IL" dirty="0" smtClean="0">
                <a:solidFill>
                  <a:schemeClr val="tx2"/>
                </a:solidFill>
                <a:latin typeface="David" panose="020E0502060401010101" pitchFamily="34" charset="-79"/>
                <a:cs typeface="David" panose="020E0502060401010101" pitchFamily="34" charset="-79"/>
              </a:rPr>
              <a:t>  דרכי </a:t>
            </a:r>
            <a:r>
              <a:rPr lang="he-IL" dirty="0">
                <a:solidFill>
                  <a:schemeClr val="tx2"/>
                </a:solidFill>
                <a:latin typeface="David" panose="020E0502060401010101" pitchFamily="34" charset="-79"/>
                <a:cs typeface="David" panose="020E0502060401010101" pitchFamily="34" charset="-79"/>
              </a:rPr>
              <a:t>הניסוח והמבע , יישום עקרונות </a:t>
            </a:r>
            <a:r>
              <a:rPr lang="he-IL" dirty="0" smtClean="0">
                <a:solidFill>
                  <a:schemeClr val="tx2"/>
                </a:solidFill>
                <a:latin typeface="David" panose="020E0502060401010101" pitchFamily="34" charset="-79"/>
                <a:cs typeface="David" panose="020E0502060401010101" pitchFamily="34" charset="-79"/>
              </a:rPr>
              <a:t>הכתיבה, </a:t>
            </a:r>
            <a:r>
              <a:rPr lang="he-IL" dirty="0">
                <a:solidFill>
                  <a:schemeClr val="tx2"/>
                </a:solidFill>
                <a:latin typeface="David" panose="020E0502060401010101" pitchFamily="34" charset="-79"/>
                <a:cs typeface="David" panose="020E0502060401010101" pitchFamily="34" charset="-79"/>
              </a:rPr>
              <a:t>תקינות השפה</a:t>
            </a:r>
            <a:endParaRPr lang="en-US" dirty="0">
              <a:solidFill>
                <a:schemeClr val="tx2"/>
              </a:solidFill>
              <a:latin typeface="David" panose="020E0502060401010101" pitchFamily="34" charset="-79"/>
              <a:cs typeface="David" panose="020E0502060401010101" pitchFamily="34" charset="-79"/>
            </a:endParaRPr>
          </a:p>
          <a:p>
            <a:pPr lvl="0">
              <a:lnSpc>
                <a:spcPct val="150000"/>
              </a:lnSpc>
            </a:pPr>
            <a:r>
              <a:rPr lang="he-IL" b="1" dirty="0" smtClean="0">
                <a:solidFill>
                  <a:schemeClr val="tx2"/>
                </a:solidFill>
                <a:latin typeface="David" panose="020E0502060401010101" pitchFamily="34" charset="-79"/>
                <a:cs typeface="David" panose="020E0502060401010101" pitchFamily="34" charset="-79"/>
              </a:rPr>
              <a:t>      עיצוב </a:t>
            </a:r>
            <a:r>
              <a:rPr lang="he-IL" b="1" dirty="0">
                <a:solidFill>
                  <a:schemeClr val="tx2"/>
                </a:solidFill>
                <a:latin typeface="David" panose="020E0502060401010101" pitchFamily="34" charset="-79"/>
                <a:cs typeface="David" panose="020E0502060401010101" pitchFamily="34" charset="-79"/>
              </a:rPr>
              <a:t>המצגת או עלון המידע (</a:t>
            </a:r>
            <a:r>
              <a:rPr lang="he-IL" dirty="0">
                <a:solidFill>
                  <a:schemeClr val="tx2"/>
                </a:solidFill>
                <a:latin typeface="David" panose="020E0502060401010101" pitchFamily="34" charset="-79"/>
                <a:cs typeface="David" panose="020E0502060401010101" pitchFamily="34" charset="-79"/>
              </a:rPr>
              <a:t> 15%) </a:t>
            </a:r>
            <a:endParaRPr lang="en-US" dirty="0">
              <a:solidFill>
                <a:schemeClr val="tx2"/>
              </a:solidFill>
              <a:latin typeface="David" panose="020E0502060401010101" pitchFamily="34" charset="-79"/>
              <a:cs typeface="David" panose="020E0502060401010101" pitchFamily="34" charset="-79"/>
            </a:endParaRPr>
          </a:p>
          <a:p>
            <a:pPr>
              <a:lnSpc>
                <a:spcPct val="150000"/>
              </a:lnSpc>
            </a:pPr>
            <a:r>
              <a:rPr lang="he-IL" b="1" dirty="0">
                <a:solidFill>
                  <a:schemeClr val="tx2"/>
                </a:solidFill>
                <a:latin typeface="David" panose="020E0502060401010101" pitchFamily="34" charset="-79"/>
                <a:cs typeface="David" panose="020E0502060401010101" pitchFamily="34" charset="-79"/>
              </a:rPr>
              <a:t>        </a:t>
            </a:r>
            <a:r>
              <a:rPr lang="he-IL" b="1" dirty="0" smtClean="0">
                <a:solidFill>
                  <a:schemeClr val="tx2"/>
                </a:solidFill>
                <a:latin typeface="David" panose="020E0502060401010101" pitchFamily="34" charset="-79"/>
                <a:cs typeface="David" panose="020E0502060401010101" pitchFamily="34" charset="-79"/>
              </a:rPr>
              <a:t>      </a:t>
            </a:r>
            <a:r>
              <a:rPr lang="he-IL" dirty="0">
                <a:solidFill>
                  <a:schemeClr val="tx2"/>
                </a:solidFill>
                <a:latin typeface="David" panose="020E0502060401010101" pitchFamily="34" charset="-79"/>
                <a:cs typeface="David" panose="020E0502060401010101" pitchFamily="34" charset="-79"/>
              </a:rPr>
              <a:t>כמות המידע בכל שקף, הצגת הכותרות, גודל הגופן עיצוב השקף </a:t>
            </a:r>
            <a:endParaRPr lang="en-US" dirty="0">
              <a:solidFill>
                <a:schemeClr val="tx2"/>
              </a:solidFill>
              <a:latin typeface="David" panose="020E0502060401010101" pitchFamily="34" charset="-79"/>
              <a:cs typeface="David" panose="020E0502060401010101" pitchFamily="34" charset="-79"/>
            </a:endParaRPr>
          </a:p>
          <a:p>
            <a:pPr lvl="0">
              <a:lnSpc>
                <a:spcPct val="150000"/>
              </a:lnSpc>
            </a:pPr>
            <a:r>
              <a:rPr lang="he-IL" b="1" dirty="0" smtClean="0">
                <a:solidFill>
                  <a:schemeClr val="tx2"/>
                </a:solidFill>
                <a:latin typeface="David" panose="020E0502060401010101" pitchFamily="34" charset="-79"/>
                <a:cs typeface="David" panose="020E0502060401010101" pitchFamily="34" charset="-79"/>
              </a:rPr>
              <a:t>      אופן </a:t>
            </a:r>
            <a:r>
              <a:rPr lang="he-IL" b="1" dirty="0">
                <a:solidFill>
                  <a:schemeClr val="tx2"/>
                </a:solidFill>
                <a:latin typeface="David" panose="020E0502060401010101" pitchFamily="34" charset="-79"/>
                <a:cs typeface="David" panose="020E0502060401010101" pitchFamily="34" charset="-79"/>
              </a:rPr>
              <a:t>ההצגה בעל פה </a:t>
            </a:r>
            <a:r>
              <a:rPr lang="he-IL" dirty="0">
                <a:solidFill>
                  <a:schemeClr val="tx2"/>
                </a:solidFill>
                <a:latin typeface="David" panose="020E0502060401010101" pitchFamily="34" charset="-79"/>
                <a:cs typeface="David" panose="020E0502060401010101" pitchFamily="34" charset="-79"/>
              </a:rPr>
              <a:t>( 10%)</a:t>
            </a:r>
            <a:endParaRPr lang="en-US" dirty="0">
              <a:solidFill>
                <a:schemeClr val="tx2"/>
              </a:solidFill>
              <a:latin typeface="David" panose="020E0502060401010101" pitchFamily="34" charset="-79"/>
              <a:cs typeface="David" panose="020E0502060401010101" pitchFamily="34" charset="-79"/>
            </a:endParaRPr>
          </a:p>
          <a:p>
            <a:pPr>
              <a:lnSpc>
                <a:spcPct val="150000"/>
              </a:lnSpc>
            </a:pPr>
            <a:r>
              <a:rPr lang="he-IL" b="1" dirty="0">
                <a:solidFill>
                  <a:schemeClr val="tx2"/>
                </a:solidFill>
                <a:latin typeface="David" panose="020E0502060401010101" pitchFamily="34" charset="-79"/>
                <a:cs typeface="David" panose="020E0502060401010101" pitchFamily="34" charset="-79"/>
              </a:rPr>
              <a:t>      </a:t>
            </a:r>
            <a:r>
              <a:rPr lang="he-IL" b="1" dirty="0" smtClean="0">
                <a:solidFill>
                  <a:schemeClr val="tx2"/>
                </a:solidFill>
                <a:latin typeface="David" panose="020E0502060401010101" pitchFamily="34" charset="-79"/>
                <a:cs typeface="David" panose="020E0502060401010101" pitchFamily="34" charset="-79"/>
              </a:rPr>
              <a:t>        </a:t>
            </a:r>
            <a:r>
              <a:rPr lang="he-IL" dirty="0">
                <a:solidFill>
                  <a:schemeClr val="tx2"/>
                </a:solidFill>
                <a:latin typeface="David" panose="020E0502060401010101" pitchFamily="34" charset="-79"/>
                <a:cs typeface="David" panose="020E0502060401010101" pitchFamily="34" charset="-79"/>
              </a:rPr>
              <a:t>עמידה מול קהל, דיבור בקול ובהטעמה, שפת הגוף, קשר עם הקהל</a:t>
            </a:r>
            <a:endParaRPr lang="en-US" dirty="0">
              <a:solidFill>
                <a:schemeClr val="tx2"/>
              </a:solidFill>
              <a:latin typeface="David" panose="020E0502060401010101" pitchFamily="34" charset="-79"/>
              <a:cs typeface="David" panose="020E0502060401010101" pitchFamily="34" charset="-79"/>
            </a:endParaRPr>
          </a:p>
          <a:p>
            <a:pPr lvl="0">
              <a:lnSpc>
                <a:spcPct val="150000"/>
              </a:lnSpc>
            </a:pPr>
            <a:r>
              <a:rPr lang="he-IL" b="1" dirty="0" smtClean="0">
                <a:solidFill>
                  <a:schemeClr val="tx2"/>
                </a:solidFill>
                <a:latin typeface="David" panose="020E0502060401010101" pitchFamily="34" charset="-79"/>
                <a:cs typeface="David" panose="020E0502060401010101" pitchFamily="34" charset="-79"/>
              </a:rPr>
              <a:t>     משוב </a:t>
            </a:r>
            <a:r>
              <a:rPr lang="he-IL" b="1" dirty="0">
                <a:solidFill>
                  <a:schemeClr val="tx2"/>
                </a:solidFill>
                <a:latin typeface="David" panose="020E0502060401010101" pitchFamily="34" charset="-79"/>
                <a:cs typeface="David" panose="020E0502060401010101" pitchFamily="34" charset="-79"/>
              </a:rPr>
              <a:t>אישי על העבודה </a:t>
            </a:r>
            <a:r>
              <a:rPr lang="he-IL" dirty="0">
                <a:solidFill>
                  <a:schemeClr val="tx2"/>
                </a:solidFill>
                <a:latin typeface="David" panose="020E0502060401010101" pitchFamily="34" charset="-79"/>
                <a:cs typeface="David" panose="020E0502060401010101" pitchFamily="34" charset="-79"/>
              </a:rPr>
              <a:t>( </a:t>
            </a:r>
            <a:r>
              <a:rPr lang="he-IL" dirty="0" smtClean="0">
                <a:solidFill>
                  <a:schemeClr val="tx2"/>
                </a:solidFill>
                <a:latin typeface="David" panose="020E0502060401010101" pitchFamily="34" charset="-79"/>
                <a:cs typeface="David" panose="020E0502060401010101" pitchFamily="34" charset="-79"/>
              </a:rPr>
              <a:t>10%)  </a:t>
            </a:r>
            <a:r>
              <a:rPr lang="he-IL" dirty="0">
                <a:solidFill>
                  <a:schemeClr val="tx2"/>
                </a:solidFill>
                <a:latin typeface="David" panose="020E0502060401010101" pitchFamily="34" charset="-79"/>
                <a:cs typeface="David" panose="020E0502060401010101" pitchFamily="34" charset="-79"/>
              </a:rPr>
              <a:t>הגשת משוב בכתב המתאר את חלקו של כל משתתף בהכנה ובהצגה</a:t>
            </a:r>
            <a:endParaRPr lang="en-US" dirty="0">
              <a:solidFill>
                <a:schemeClr val="tx2"/>
              </a:solidFill>
              <a:latin typeface="David" panose="020E0502060401010101" pitchFamily="34" charset="-79"/>
              <a:cs typeface="David" panose="020E0502060401010101" pitchFamily="34" charset="-79"/>
            </a:endParaRPr>
          </a:p>
          <a:p>
            <a:pPr>
              <a:lnSpc>
                <a:spcPct val="150000"/>
              </a:lnSpc>
            </a:pPr>
            <a:r>
              <a:rPr lang="he-IL" dirty="0">
                <a:solidFill>
                  <a:schemeClr val="tx2"/>
                </a:solidFill>
                <a:latin typeface="David" panose="020E0502060401010101" pitchFamily="34" charset="-79"/>
                <a:cs typeface="David" panose="020E0502060401010101" pitchFamily="34" charset="-79"/>
              </a:rPr>
              <a:t>              </a:t>
            </a:r>
            <a:r>
              <a:rPr lang="he-IL" dirty="0" smtClean="0">
                <a:solidFill>
                  <a:schemeClr val="tx2"/>
                </a:solidFill>
                <a:latin typeface="David" panose="020E0502060401010101" pitchFamily="34" charset="-79"/>
                <a:cs typeface="David" panose="020E0502060401010101" pitchFamily="34" charset="-79"/>
              </a:rPr>
              <a:t>   </a:t>
            </a:r>
            <a:endParaRPr lang="en-US" dirty="0">
              <a:solidFill>
                <a:schemeClr val="tx2"/>
              </a:solidFill>
              <a:latin typeface="David" panose="020E0502060401010101" pitchFamily="34" charset="-79"/>
              <a:cs typeface="David" panose="020E0502060401010101" pitchFamily="34" charset="-79"/>
            </a:endParaRPr>
          </a:p>
          <a:p>
            <a:r>
              <a:rPr lang="en-US" dirty="0"/>
              <a:t> </a:t>
            </a:r>
          </a:p>
        </p:txBody>
      </p:sp>
      <p:sp>
        <p:nvSpPr>
          <p:cNvPr id="2" name="מציין מיקום של כותרת תחתונה 1"/>
          <p:cNvSpPr>
            <a:spLocks noGrp="1"/>
          </p:cNvSpPr>
          <p:nvPr>
            <p:ph type="ftr" sz="quarter" idx="11"/>
          </p:nvPr>
        </p:nvSpPr>
        <p:spPr/>
        <p:txBody>
          <a:bodyPr/>
          <a:lstStyle/>
          <a:p>
            <a:r>
              <a:rPr lang="he-IL" smtClean="0"/>
              <a:t>הבעה בעל פה והוראת העברית -  עדה מאורי  </a:t>
            </a:r>
            <a:endParaRPr lang="he-IL"/>
          </a:p>
        </p:txBody>
      </p:sp>
    </p:spTree>
    <p:extLst>
      <p:ext uri="{BB962C8B-B14F-4D97-AF65-F5344CB8AC3E}">
        <p14:creationId xmlns:p14="http://schemas.microsoft.com/office/powerpoint/2010/main" val="249586823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כותרת משנה 2"/>
          <p:cNvSpPr>
            <a:spLocks noGrp="1"/>
          </p:cNvSpPr>
          <p:nvPr>
            <p:ph type="subTitle" idx="1"/>
          </p:nvPr>
        </p:nvSpPr>
        <p:spPr>
          <a:xfrm>
            <a:off x="107504" y="1052736"/>
            <a:ext cx="8928992" cy="5688632"/>
          </a:xfrm>
        </p:spPr>
        <p:txBody>
          <a:bodyPr>
            <a:normAutofit/>
          </a:bodyPr>
          <a:lstStyle/>
          <a:p>
            <a:pPr algn="r"/>
            <a:r>
              <a:rPr lang="he-IL" sz="2800" dirty="0" smtClean="0">
                <a:solidFill>
                  <a:schemeClr val="tx1"/>
                </a:solidFill>
                <a:latin typeface="David" panose="020E0502060401010101" pitchFamily="34" charset="-79"/>
                <a:cs typeface="David" panose="020E0502060401010101" pitchFamily="34" charset="-79"/>
              </a:rPr>
              <a:t> </a:t>
            </a:r>
            <a:endParaRPr lang="he-IL" sz="2800" dirty="0">
              <a:solidFill>
                <a:schemeClr val="tx1"/>
              </a:solidFill>
              <a:latin typeface="David" panose="020E0502060401010101" pitchFamily="34" charset="-79"/>
              <a:cs typeface="David" panose="020E0502060401010101" pitchFamily="34" charset="-79"/>
            </a:endParaRPr>
          </a:p>
        </p:txBody>
      </p:sp>
      <p:sp>
        <p:nvSpPr>
          <p:cNvPr id="4" name="כותרת 3"/>
          <p:cNvSpPr>
            <a:spLocks noGrp="1"/>
          </p:cNvSpPr>
          <p:nvPr>
            <p:ph type="ctrTitle"/>
          </p:nvPr>
        </p:nvSpPr>
        <p:spPr>
          <a:xfrm>
            <a:off x="107504" y="115888"/>
            <a:ext cx="8928992" cy="864840"/>
          </a:xfrm>
          <a:prstGeom prst="roundRect">
            <a:avLst/>
          </a:prstGeom>
          <a:solidFill>
            <a:schemeClr val="tx2">
              <a:lumMod val="40000"/>
              <a:lumOff val="60000"/>
            </a:schemeClr>
          </a:solidFill>
        </p:spPr>
        <p:style>
          <a:lnRef idx="2">
            <a:schemeClr val="accent6">
              <a:shade val="50000"/>
            </a:schemeClr>
          </a:lnRef>
          <a:fillRef idx="1">
            <a:schemeClr val="accent6"/>
          </a:fillRef>
          <a:effectRef idx="0">
            <a:schemeClr val="accent6"/>
          </a:effectRef>
          <a:fontRef idx="minor">
            <a:schemeClr val="lt1"/>
          </a:fontRef>
        </p:style>
        <p:txBody>
          <a:bodyPr rtlCol="1" anchor="ctr">
            <a:normAutofit fontScale="90000"/>
          </a:bodyPr>
          <a:lstStyle/>
          <a:p>
            <a:pPr algn="ctr"/>
            <a:r>
              <a:rPr lang="he-IL" sz="3200" b="1" dirty="0" smtClean="0">
                <a:latin typeface="David" panose="020E0502060401010101" pitchFamily="34" charset="-79"/>
                <a:cs typeface="David" panose="020E0502060401010101" pitchFamily="34" charset="-79"/>
              </a:rPr>
              <a:t>הערכת משימת תכנון הטיול  לכבוד יום העצמאות ה- 70 למדינה</a:t>
            </a:r>
            <a:endParaRPr lang="he-IL" sz="3200" b="1" dirty="0">
              <a:latin typeface="David" panose="020E0502060401010101" pitchFamily="34" charset="-79"/>
              <a:cs typeface="David" panose="020E0502060401010101" pitchFamily="34" charset="-79"/>
            </a:endParaRPr>
          </a:p>
        </p:txBody>
      </p:sp>
      <p:sp>
        <p:nvSpPr>
          <p:cNvPr id="5" name="מלבן 4"/>
          <p:cNvSpPr/>
          <p:nvPr/>
        </p:nvSpPr>
        <p:spPr>
          <a:xfrm>
            <a:off x="0" y="980728"/>
            <a:ext cx="9251504" cy="6324808"/>
          </a:xfrm>
          <a:prstGeom prst="rect">
            <a:avLst/>
          </a:prstGeom>
        </p:spPr>
        <p:txBody>
          <a:bodyPr wrap="square">
            <a:spAutoFit/>
          </a:bodyPr>
          <a:lstStyle/>
          <a:p>
            <a:pPr algn="ctr">
              <a:lnSpc>
                <a:spcPct val="150000"/>
              </a:lnSpc>
            </a:pPr>
            <a:r>
              <a:rPr lang="he-IL" sz="2400" b="1" dirty="0">
                <a:solidFill>
                  <a:schemeClr val="tx2"/>
                </a:solidFill>
                <a:latin typeface="David" panose="020E0502060401010101" pitchFamily="34" charset="-79"/>
                <a:cs typeface="David" panose="020E0502060401010101" pitchFamily="34" charset="-79"/>
              </a:rPr>
              <a:t>מחוון </a:t>
            </a:r>
            <a:r>
              <a:rPr lang="he-IL" sz="2400" b="1" dirty="0" smtClean="0">
                <a:solidFill>
                  <a:schemeClr val="tx2"/>
                </a:solidFill>
                <a:latin typeface="David" panose="020E0502060401010101" pitchFamily="34" charset="-79"/>
                <a:cs typeface="David" panose="020E0502060401010101" pitchFamily="34" charset="-79"/>
              </a:rPr>
              <a:t>להערכה של הצגת המסלול </a:t>
            </a:r>
            <a:endParaRPr lang="en-US" sz="2400" dirty="0">
              <a:solidFill>
                <a:schemeClr val="tx2"/>
              </a:solidFill>
              <a:latin typeface="David" panose="020E0502060401010101" pitchFamily="34" charset="-79"/>
              <a:cs typeface="David" panose="020E0502060401010101" pitchFamily="34" charset="-79"/>
            </a:endParaRPr>
          </a:p>
          <a:p>
            <a:pPr>
              <a:lnSpc>
                <a:spcPct val="150000"/>
              </a:lnSpc>
            </a:pPr>
            <a:r>
              <a:rPr lang="he-IL" b="1" dirty="0">
                <a:solidFill>
                  <a:schemeClr val="tx2"/>
                </a:solidFill>
                <a:latin typeface="David" panose="020E0502060401010101" pitchFamily="34" charset="-79"/>
                <a:cs typeface="David" panose="020E0502060401010101" pitchFamily="34" charset="-79"/>
              </a:rPr>
              <a:t> </a:t>
            </a:r>
            <a:r>
              <a:rPr lang="he-IL" b="1" dirty="0" smtClean="0">
                <a:solidFill>
                  <a:schemeClr val="tx2"/>
                </a:solidFill>
                <a:latin typeface="David" panose="020E0502060401010101" pitchFamily="34" charset="-79"/>
                <a:cs typeface="David" panose="020E0502060401010101" pitchFamily="34" charset="-79"/>
              </a:rPr>
              <a:t>    רמת </a:t>
            </a:r>
            <a:r>
              <a:rPr lang="he-IL" b="1" dirty="0">
                <a:solidFill>
                  <a:schemeClr val="tx2"/>
                </a:solidFill>
                <a:latin typeface="David" panose="020E0502060401010101" pitchFamily="34" charset="-79"/>
                <a:cs typeface="David" panose="020E0502060401010101" pitchFamily="34" charset="-79"/>
              </a:rPr>
              <a:t>התוכן </a:t>
            </a:r>
            <a:r>
              <a:rPr lang="he-IL" dirty="0">
                <a:solidFill>
                  <a:schemeClr val="tx2"/>
                </a:solidFill>
                <a:latin typeface="David" panose="020E0502060401010101" pitchFamily="34" charset="-79"/>
                <a:cs typeface="David" panose="020E0502060401010101" pitchFamily="34" charset="-79"/>
              </a:rPr>
              <a:t>(50%)</a:t>
            </a:r>
            <a:endParaRPr lang="en-US" dirty="0">
              <a:solidFill>
                <a:schemeClr val="tx2"/>
              </a:solidFill>
              <a:latin typeface="David" panose="020E0502060401010101" pitchFamily="34" charset="-79"/>
              <a:cs typeface="David" panose="020E0502060401010101" pitchFamily="34" charset="-79"/>
            </a:endParaRPr>
          </a:p>
          <a:p>
            <a:pPr lvl="0">
              <a:lnSpc>
                <a:spcPct val="150000"/>
              </a:lnSpc>
            </a:pPr>
            <a:r>
              <a:rPr lang="he-IL" dirty="0" smtClean="0">
                <a:solidFill>
                  <a:schemeClr val="tx2"/>
                </a:solidFill>
                <a:latin typeface="David" panose="020E0502060401010101" pitchFamily="34" charset="-79"/>
                <a:cs typeface="David" panose="020E0502060401010101" pitchFamily="34" charset="-79"/>
              </a:rPr>
              <a:t>              הגדרה של קבוצת </a:t>
            </a:r>
            <a:r>
              <a:rPr lang="he-IL" dirty="0">
                <a:solidFill>
                  <a:schemeClr val="tx2"/>
                </a:solidFill>
                <a:latin typeface="David" panose="020E0502060401010101" pitchFamily="34" charset="-79"/>
                <a:cs typeface="David" panose="020E0502060401010101" pitchFamily="34" charset="-79"/>
              </a:rPr>
              <a:t>היעד של המטיילים</a:t>
            </a:r>
            <a:endParaRPr lang="en-US" dirty="0">
              <a:solidFill>
                <a:schemeClr val="tx2"/>
              </a:solidFill>
              <a:latin typeface="David" panose="020E0502060401010101" pitchFamily="34" charset="-79"/>
              <a:cs typeface="David" panose="020E0502060401010101" pitchFamily="34" charset="-79"/>
            </a:endParaRPr>
          </a:p>
          <a:p>
            <a:pPr lvl="0">
              <a:lnSpc>
                <a:spcPct val="150000"/>
              </a:lnSpc>
            </a:pPr>
            <a:r>
              <a:rPr lang="he-IL" dirty="0" smtClean="0">
                <a:solidFill>
                  <a:schemeClr val="tx2"/>
                </a:solidFill>
                <a:latin typeface="David" panose="020E0502060401010101" pitchFamily="34" charset="-79"/>
                <a:cs typeface="David" panose="020E0502060401010101" pitchFamily="34" charset="-79"/>
              </a:rPr>
              <a:t>              הגדרה של </a:t>
            </a:r>
            <a:r>
              <a:rPr lang="he-IL" dirty="0">
                <a:solidFill>
                  <a:schemeClr val="tx2"/>
                </a:solidFill>
                <a:latin typeface="David" panose="020E0502060401010101" pitchFamily="34" charset="-79"/>
                <a:cs typeface="David" panose="020E0502060401010101" pitchFamily="34" charset="-79"/>
              </a:rPr>
              <a:t>מטרת הסיור </a:t>
            </a:r>
            <a:endParaRPr lang="en-US" dirty="0">
              <a:solidFill>
                <a:schemeClr val="tx2"/>
              </a:solidFill>
              <a:latin typeface="David" panose="020E0502060401010101" pitchFamily="34" charset="-79"/>
              <a:cs typeface="David" panose="020E0502060401010101" pitchFamily="34" charset="-79"/>
            </a:endParaRPr>
          </a:p>
          <a:p>
            <a:pPr lvl="0">
              <a:lnSpc>
                <a:spcPct val="150000"/>
              </a:lnSpc>
            </a:pPr>
            <a:r>
              <a:rPr lang="he-IL" dirty="0" smtClean="0">
                <a:solidFill>
                  <a:schemeClr val="tx2"/>
                </a:solidFill>
                <a:latin typeface="David" panose="020E0502060401010101" pitchFamily="34" charset="-79"/>
                <a:cs typeface="David" panose="020E0502060401010101" pitchFamily="34" charset="-79"/>
              </a:rPr>
              <a:t>              שמות </a:t>
            </a:r>
            <a:r>
              <a:rPr lang="he-IL" dirty="0">
                <a:solidFill>
                  <a:schemeClr val="tx2"/>
                </a:solidFill>
                <a:latin typeface="David" panose="020E0502060401010101" pitchFamily="34" charset="-79"/>
                <a:cs typeface="David" panose="020E0502060401010101" pitchFamily="34" charset="-79"/>
              </a:rPr>
              <a:t>האתרים </a:t>
            </a:r>
            <a:r>
              <a:rPr lang="he-IL" dirty="0" smtClean="0">
                <a:solidFill>
                  <a:schemeClr val="tx2"/>
                </a:solidFill>
                <a:latin typeface="David" panose="020E0502060401010101" pitchFamily="34" charset="-79"/>
                <a:cs typeface="David" panose="020E0502060401010101" pitchFamily="34" charset="-79"/>
              </a:rPr>
              <a:t>ומקומם כולל מפות</a:t>
            </a:r>
            <a:endParaRPr lang="en-US" dirty="0">
              <a:solidFill>
                <a:schemeClr val="tx2"/>
              </a:solidFill>
              <a:latin typeface="David" panose="020E0502060401010101" pitchFamily="34" charset="-79"/>
              <a:cs typeface="David" panose="020E0502060401010101" pitchFamily="34" charset="-79"/>
            </a:endParaRPr>
          </a:p>
          <a:p>
            <a:pPr lvl="0">
              <a:lnSpc>
                <a:spcPct val="150000"/>
              </a:lnSpc>
            </a:pPr>
            <a:r>
              <a:rPr lang="he-IL" dirty="0" smtClean="0">
                <a:solidFill>
                  <a:schemeClr val="tx2"/>
                </a:solidFill>
                <a:latin typeface="David" panose="020E0502060401010101" pitchFamily="34" charset="-79"/>
                <a:cs typeface="David" panose="020E0502060401010101" pitchFamily="34" charset="-79"/>
              </a:rPr>
              <a:t>              מידע </a:t>
            </a:r>
            <a:r>
              <a:rPr lang="he-IL" dirty="0">
                <a:solidFill>
                  <a:schemeClr val="tx2"/>
                </a:solidFill>
                <a:latin typeface="David" panose="020E0502060401010101" pitchFamily="34" charset="-79"/>
                <a:cs typeface="David" panose="020E0502060401010101" pitchFamily="34" charset="-79"/>
              </a:rPr>
              <a:t>ענייני על כל אתר כולל צילומים או אמצעי חזותי אחר</a:t>
            </a:r>
            <a:endParaRPr lang="en-US" dirty="0">
              <a:solidFill>
                <a:schemeClr val="tx2"/>
              </a:solidFill>
              <a:latin typeface="David" panose="020E0502060401010101" pitchFamily="34" charset="-79"/>
              <a:cs typeface="David" panose="020E0502060401010101" pitchFamily="34" charset="-79"/>
            </a:endParaRPr>
          </a:p>
          <a:p>
            <a:pPr lvl="0">
              <a:lnSpc>
                <a:spcPct val="150000"/>
              </a:lnSpc>
            </a:pPr>
            <a:r>
              <a:rPr lang="he-IL" b="1" dirty="0" smtClean="0">
                <a:solidFill>
                  <a:schemeClr val="tx2"/>
                </a:solidFill>
                <a:latin typeface="David" panose="020E0502060401010101" pitchFamily="34" charset="-79"/>
                <a:cs typeface="David" panose="020E0502060401010101" pitchFamily="34" charset="-79"/>
              </a:rPr>
              <a:t>      איכות הכתיבה, ארגון המידע ואופן הצגתו </a:t>
            </a:r>
            <a:r>
              <a:rPr lang="he-IL" dirty="0" smtClean="0">
                <a:solidFill>
                  <a:schemeClr val="tx2"/>
                </a:solidFill>
                <a:latin typeface="David" panose="020E0502060401010101" pitchFamily="34" charset="-79"/>
                <a:cs typeface="David" panose="020E0502060401010101" pitchFamily="34" charset="-79"/>
              </a:rPr>
              <a:t>(</a:t>
            </a:r>
            <a:r>
              <a:rPr lang="he-IL" dirty="0">
                <a:solidFill>
                  <a:schemeClr val="tx2"/>
                </a:solidFill>
                <a:latin typeface="David" panose="020E0502060401010101" pitchFamily="34" charset="-79"/>
                <a:cs typeface="David" panose="020E0502060401010101" pitchFamily="34" charset="-79"/>
              </a:rPr>
              <a:t>15%)</a:t>
            </a:r>
            <a:endParaRPr lang="en-US" dirty="0">
              <a:solidFill>
                <a:schemeClr val="tx2"/>
              </a:solidFill>
              <a:latin typeface="David" panose="020E0502060401010101" pitchFamily="34" charset="-79"/>
              <a:cs typeface="David" panose="020E0502060401010101" pitchFamily="34" charset="-79"/>
            </a:endParaRPr>
          </a:p>
          <a:p>
            <a:pPr>
              <a:lnSpc>
                <a:spcPct val="150000"/>
              </a:lnSpc>
            </a:pPr>
            <a:r>
              <a:rPr lang="he-IL" dirty="0">
                <a:solidFill>
                  <a:schemeClr val="tx2"/>
                </a:solidFill>
                <a:latin typeface="David" panose="020E0502060401010101" pitchFamily="34" charset="-79"/>
                <a:cs typeface="David" panose="020E0502060401010101" pitchFamily="34" charset="-79"/>
              </a:rPr>
              <a:t>            </a:t>
            </a:r>
            <a:r>
              <a:rPr lang="he-IL" dirty="0" smtClean="0">
                <a:solidFill>
                  <a:schemeClr val="tx2"/>
                </a:solidFill>
                <a:latin typeface="David" panose="020E0502060401010101" pitchFamily="34" charset="-79"/>
                <a:cs typeface="David" panose="020E0502060401010101" pitchFamily="34" charset="-79"/>
              </a:rPr>
              <a:t>  דרכי </a:t>
            </a:r>
            <a:r>
              <a:rPr lang="he-IL" dirty="0">
                <a:solidFill>
                  <a:schemeClr val="tx2"/>
                </a:solidFill>
                <a:latin typeface="David" panose="020E0502060401010101" pitchFamily="34" charset="-79"/>
                <a:cs typeface="David" panose="020E0502060401010101" pitchFamily="34" charset="-79"/>
              </a:rPr>
              <a:t>הניסוח והמבע , יישום עקרונות </a:t>
            </a:r>
            <a:r>
              <a:rPr lang="he-IL" dirty="0" smtClean="0">
                <a:solidFill>
                  <a:schemeClr val="tx2"/>
                </a:solidFill>
                <a:latin typeface="David" panose="020E0502060401010101" pitchFamily="34" charset="-79"/>
                <a:cs typeface="David" panose="020E0502060401010101" pitchFamily="34" charset="-79"/>
              </a:rPr>
              <a:t>הכתיבה, </a:t>
            </a:r>
            <a:r>
              <a:rPr lang="he-IL" dirty="0">
                <a:solidFill>
                  <a:schemeClr val="tx2"/>
                </a:solidFill>
                <a:latin typeface="David" panose="020E0502060401010101" pitchFamily="34" charset="-79"/>
                <a:cs typeface="David" panose="020E0502060401010101" pitchFamily="34" charset="-79"/>
              </a:rPr>
              <a:t>תקינות השפה</a:t>
            </a:r>
            <a:endParaRPr lang="en-US" dirty="0">
              <a:solidFill>
                <a:schemeClr val="tx2"/>
              </a:solidFill>
              <a:latin typeface="David" panose="020E0502060401010101" pitchFamily="34" charset="-79"/>
              <a:cs typeface="David" panose="020E0502060401010101" pitchFamily="34" charset="-79"/>
            </a:endParaRPr>
          </a:p>
          <a:p>
            <a:pPr lvl="0">
              <a:lnSpc>
                <a:spcPct val="150000"/>
              </a:lnSpc>
            </a:pPr>
            <a:r>
              <a:rPr lang="he-IL" b="1" dirty="0" smtClean="0">
                <a:solidFill>
                  <a:schemeClr val="tx2"/>
                </a:solidFill>
                <a:latin typeface="David" panose="020E0502060401010101" pitchFamily="34" charset="-79"/>
                <a:cs typeface="David" panose="020E0502060401010101" pitchFamily="34" charset="-79"/>
              </a:rPr>
              <a:t>      עיצוב </a:t>
            </a:r>
            <a:r>
              <a:rPr lang="he-IL" b="1" dirty="0">
                <a:solidFill>
                  <a:schemeClr val="tx2"/>
                </a:solidFill>
                <a:latin typeface="David" panose="020E0502060401010101" pitchFamily="34" charset="-79"/>
                <a:cs typeface="David" panose="020E0502060401010101" pitchFamily="34" charset="-79"/>
              </a:rPr>
              <a:t>המצגת או עלון המידע (</a:t>
            </a:r>
            <a:r>
              <a:rPr lang="he-IL" dirty="0">
                <a:solidFill>
                  <a:schemeClr val="tx2"/>
                </a:solidFill>
                <a:latin typeface="David" panose="020E0502060401010101" pitchFamily="34" charset="-79"/>
                <a:cs typeface="David" panose="020E0502060401010101" pitchFamily="34" charset="-79"/>
              </a:rPr>
              <a:t> 15%) </a:t>
            </a:r>
            <a:endParaRPr lang="en-US" dirty="0">
              <a:solidFill>
                <a:schemeClr val="tx2"/>
              </a:solidFill>
              <a:latin typeface="David" panose="020E0502060401010101" pitchFamily="34" charset="-79"/>
              <a:cs typeface="David" panose="020E0502060401010101" pitchFamily="34" charset="-79"/>
            </a:endParaRPr>
          </a:p>
          <a:p>
            <a:pPr>
              <a:lnSpc>
                <a:spcPct val="150000"/>
              </a:lnSpc>
            </a:pPr>
            <a:r>
              <a:rPr lang="he-IL" b="1" dirty="0">
                <a:solidFill>
                  <a:schemeClr val="tx2"/>
                </a:solidFill>
                <a:latin typeface="David" panose="020E0502060401010101" pitchFamily="34" charset="-79"/>
                <a:cs typeface="David" panose="020E0502060401010101" pitchFamily="34" charset="-79"/>
              </a:rPr>
              <a:t>        </a:t>
            </a:r>
            <a:r>
              <a:rPr lang="he-IL" b="1" dirty="0" smtClean="0">
                <a:solidFill>
                  <a:schemeClr val="tx2"/>
                </a:solidFill>
                <a:latin typeface="David" panose="020E0502060401010101" pitchFamily="34" charset="-79"/>
                <a:cs typeface="David" panose="020E0502060401010101" pitchFamily="34" charset="-79"/>
              </a:rPr>
              <a:t>      </a:t>
            </a:r>
            <a:r>
              <a:rPr lang="he-IL" dirty="0">
                <a:solidFill>
                  <a:schemeClr val="tx2"/>
                </a:solidFill>
                <a:latin typeface="David" panose="020E0502060401010101" pitchFamily="34" charset="-79"/>
                <a:cs typeface="David" panose="020E0502060401010101" pitchFamily="34" charset="-79"/>
              </a:rPr>
              <a:t>כמות המידע בכל שקף, הצגת הכותרות, גודל הגופן עיצוב השקף </a:t>
            </a:r>
            <a:endParaRPr lang="en-US" dirty="0">
              <a:solidFill>
                <a:schemeClr val="tx2"/>
              </a:solidFill>
              <a:latin typeface="David" panose="020E0502060401010101" pitchFamily="34" charset="-79"/>
              <a:cs typeface="David" panose="020E0502060401010101" pitchFamily="34" charset="-79"/>
            </a:endParaRPr>
          </a:p>
          <a:p>
            <a:pPr lvl="0">
              <a:lnSpc>
                <a:spcPct val="150000"/>
              </a:lnSpc>
            </a:pPr>
            <a:r>
              <a:rPr lang="he-IL" b="1" dirty="0" smtClean="0">
                <a:solidFill>
                  <a:schemeClr val="tx2"/>
                </a:solidFill>
                <a:latin typeface="David" panose="020E0502060401010101" pitchFamily="34" charset="-79"/>
                <a:cs typeface="David" panose="020E0502060401010101" pitchFamily="34" charset="-79"/>
              </a:rPr>
              <a:t>      אופן </a:t>
            </a:r>
            <a:r>
              <a:rPr lang="he-IL" b="1" dirty="0">
                <a:solidFill>
                  <a:schemeClr val="tx2"/>
                </a:solidFill>
                <a:latin typeface="David" panose="020E0502060401010101" pitchFamily="34" charset="-79"/>
                <a:cs typeface="David" panose="020E0502060401010101" pitchFamily="34" charset="-79"/>
              </a:rPr>
              <a:t>ההצגה בעל פה </a:t>
            </a:r>
            <a:r>
              <a:rPr lang="he-IL" dirty="0">
                <a:solidFill>
                  <a:schemeClr val="tx2"/>
                </a:solidFill>
                <a:latin typeface="David" panose="020E0502060401010101" pitchFamily="34" charset="-79"/>
                <a:cs typeface="David" panose="020E0502060401010101" pitchFamily="34" charset="-79"/>
              </a:rPr>
              <a:t>( 10%)</a:t>
            </a:r>
            <a:endParaRPr lang="en-US" dirty="0">
              <a:solidFill>
                <a:schemeClr val="tx2"/>
              </a:solidFill>
              <a:latin typeface="David" panose="020E0502060401010101" pitchFamily="34" charset="-79"/>
              <a:cs typeface="David" panose="020E0502060401010101" pitchFamily="34" charset="-79"/>
            </a:endParaRPr>
          </a:p>
          <a:p>
            <a:pPr>
              <a:lnSpc>
                <a:spcPct val="150000"/>
              </a:lnSpc>
            </a:pPr>
            <a:r>
              <a:rPr lang="he-IL" b="1" dirty="0">
                <a:solidFill>
                  <a:schemeClr val="tx2"/>
                </a:solidFill>
                <a:latin typeface="David" panose="020E0502060401010101" pitchFamily="34" charset="-79"/>
                <a:cs typeface="David" panose="020E0502060401010101" pitchFamily="34" charset="-79"/>
              </a:rPr>
              <a:t>      </a:t>
            </a:r>
            <a:r>
              <a:rPr lang="he-IL" b="1" dirty="0" smtClean="0">
                <a:solidFill>
                  <a:schemeClr val="tx2"/>
                </a:solidFill>
                <a:latin typeface="David" panose="020E0502060401010101" pitchFamily="34" charset="-79"/>
                <a:cs typeface="David" panose="020E0502060401010101" pitchFamily="34" charset="-79"/>
              </a:rPr>
              <a:t>        </a:t>
            </a:r>
            <a:r>
              <a:rPr lang="he-IL" dirty="0">
                <a:solidFill>
                  <a:schemeClr val="tx2"/>
                </a:solidFill>
                <a:latin typeface="David" panose="020E0502060401010101" pitchFamily="34" charset="-79"/>
                <a:cs typeface="David" panose="020E0502060401010101" pitchFamily="34" charset="-79"/>
              </a:rPr>
              <a:t>עמידה מול קהל, דיבור בקול ובהטעמה, שפת הגוף, קשר עם הקהל</a:t>
            </a:r>
            <a:endParaRPr lang="en-US" dirty="0">
              <a:solidFill>
                <a:schemeClr val="tx2"/>
              </a:solidFill>
              <a:latin typeface="David" panose="020E0502060401010101" pitchFamily="34" charset="-79"/>
              <a:cs typeface="David" panose="020E0502060401010101" pitchFamily="34" charset="-79"/>
            </a:endParaRPr>
          </a:p>
          <a:p>
            <a:pPr lvl="0">
              <a:lnSpc>
                <a:spcPct val="150000"/>
              </a:lnSpc>
            </a:pPr>
            <a:r>
              <a:rPr lang="he-IL" b="1" dirty="0" smtClean="0">
                <a:solidFill>
                  <a:schemeClr val="tx2"/>
                </a:solidFill>
                <a:latin typeface="David" panose="020E0502060401010101" pitchFamily="34" charset="-79"/>
                <a:cs typeface="David" panose="020E0502060401010101" pitchFamily="34" charset="-79"/>
              </a:rPr>
              <a:t>     משוב </a:t>
            </a:r>
            <a:r>
              <a:rPr lang="he-IL" b="1" dirty="0">
                <a:solidFill>
                  <a:schemeClr val="tx2"/>
                </a:solidFill>
                <a:latin typeface="David" panose="020E0502060401010101" pitchFamily="34" charset="-79"/>
                <a:cs typeface="David" panose="020E0502060401010101" pitchFamily="34" charset="-79"/>
              </a:rPr>
              <a:t>אישי על העבודה </a:t>
            </a:r>
            <a:r>
              <a:rPr lang="he-IL" dirty="0">
                <a:solidFill>
                  <a:schemeClr val="tx2"/>
                </a:solidFill>
                <a:latin typeface="David" panose="020E0502060401010101" pitchFamily="34" charset="-79"/>
                <a:cs typeface="David" panose="020E0502060401010101" pitchFamily="34" charset="-79"/>
              </a:rPr>
              <a:t>( </a:t>
            </a:r>
            <a:r>
              <a:rPr lang="he-IL" dirty="0" smtClean="0">
                <a:solidFill>
                  <a:schemeClr val="tx2"/>
                </a:solidFill>
                <a:latin typeface="David" panose="020E0502060401010101" pitchFamily="34" charset="-79"/>
                <a:cs typeface="David" panose="020E0502060401010101" pitchFamily="34" charset="-79"/>
              </a:rPr>
              <a:t>10%)  </a:t>
            </a:r>
            <a:r>
              <a:rPr lang="he-IL" dirty="0">
                <a:solidFill>
                  <a:schemeClr val="tx2"/>
                </a:solidFill>
                <a:latin typeface="David" panose="020E0502060401010101" pitchFamily="34" charset="-79"/>
                <a:cs typeface="David" panose="020E0502060401010101" pitchFamily="34" charset="-79"/>
              </a:rPr>
              <a:t>הגשת משוב בכתב המתאר את חלקו של כל משתתף בהכנה ובהצגה</a:t>
            </a:r>
            <a:endParaRPr lang="en-US" dirty="0">
              <a:solidFill>
                <a:schemeClr val="tx2"/>
              </a:solidFill>
              <a:latin typeface="David" panose="020E0502060401010101" pitchFamily="34" charset="-79"/>
              <a:cs typeface="David" panose="020E0502060401010101" pitchFamily="34" charset="-79"/>
            </a:endParaRPr>
          </a:p>
          <a:p>
            <a:pPr>
              <a:lnSpc>
                <a:spcPct val="150000"/>
              </a:lnSpc>
            </a:pPr>
            <a:r>
              <a:rPr lang="he-IL" dirty="0">
                <a:solidFill>
                  <a:schemeClr val="tx2"/>
                </a:solidFill>
                <a:latin typeface="David" panose="020E0502060401010101" pitchFamily="34" charset="-79"/>
                <a:cs typeface="David" panose="020E0502060401010101" pitchFamily="34" charset="-79"/>
              </a:rPr>
              <a:t>              </a:t>
            </a:r>
            <a:r>
              <a:rPr lang="he-IL" dirty="0" smtClean="0">
                <a:solidFill>
                  <a:schemeClr val="tx2"/>
                </a:solidFill>
                <a:latin typeface="David" panose="020E0502060401010101" pitchFamily="34" charset="-79"/>
                <a:cs typeface="David" panose="020E0502060401010101" pitchFamily="34" charset="-79"/>
              </a:rPr>
              <a:t>   </a:t>
            </a:r>
            <a:endParaRPr lang="en-US" dirty="0">
              <a:solidFill>
                <a:schemeClr val="tx2"/>
              </a:solidFill>
              <a:latin typeface="David" panose="020E0502060401010101" pitchFamily="34" charset="-79"/>
              <a:cs typeface="David" panose="020E0502060401010101" pitchFamily="34" charset="-79"/>
            </a:endParaRPr>
          </a:p>
          <a:p>
            <a:r>
              <a:rPr lang="en-US" dirty="0"/>
              <a:t> </a:t>
            </a:r>
          </a:p>
        </p:txBody>
      </p:sp>
      <p:sp>
        <p:nvSpPr>
          <p:cNvPr id="2" name="מציין מיקום של כותרת תחתונה 1"/>
          <p:cNvSpPr>
            <a:spLocks noGrp="1"/>
          </p:cNvSpPr>
          <p:nvPr>
            <p:ph type="ftr" sz="quarter" idx="11"/>
          </p:nvPr>
        </p:nvSpPr>
        <p:spPr/>
        <p:txBody>
          <a:bodyPr/>
          <a:lstStyle/>
          <a:p>
            <a:r>
              <a:rPr lang="he-IL" smtClean="0"/>
              <a:t>הבעה בעל פה והוראת העברית -  עדה מאורי  </a:t>
            </a:r>
            <a:endParaRPr lang="he-IL"/>
          </a:p>
        </p:txBody>
      </p:sp>
    </p:spTree>
    <p:extLst>
      <p:ext uri="{BB962C8B-B14F-4D97-AF65-F5344CB8AC3E}">
        <p14:creationId xmlns:p14="http://schemas.microsoft.com/office/powerpoint/2010/main" val="93594992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ctrTitle"/>
          </p:nvPr>
        </p:nvSpPr>
        <p:spPr>
          <a:xfrm>
            <a:off x="35496" y="21423"/>
            <a:ext cx="9073008" cy="1247337"/>
          </a:xfrm>
        </p:spPr>
        <p:txBody>
          <a:bodyPr>
            <a:noAutofit/>
          </a:bodyPr>
          <a:lstStyle/>
          <a:p>
            <a:r>
              <a:rPr lang="he-IL" sz="3600" b="1" dirty="0" smtClean="0">
                <a:solidFill>
                  <a:schemeClr val="tx2"/>
                </a:solidFill>
                <a:latin typeface="David" panose="020E0502060401010101" pitchFamily="34" charset="-79"/>
                <a:cs typeface="David" panose="020E0502060401010101" pitchFamily="34" charset="-79"/>
              </a:rPr>
              <a:t>דילמות ערכיות בתולדות המדינה</a:t>
            </a:r>
            <a:endParaRPr lang="he-IL" sz="3600" b="1" dirty="0">
              <a:solidFill>
                <a:schemeClr val="tx2"/>
              </a:solidFill>
              <a:latin typeface="David" panose="020E0502060401010101" pitchFamily="34" charset="-79"/>
              <a:cs typeface="David" panose="020E0502060401010101" pitchFamily="34" charset="-79"/>
            </a:endParaRPr>
          </a:p>
        </p:txBody>
      </p:sp>
      <p:sp>
        <p:nvSpPr>
          <p:cNvPr id="3" name="כותרת משנה 2"/>
          <p:cNvSpPr>
            <a:spLocks noGrp="1"/>
          </p:cNvSpPr>
          <p:nvPr>
            <p:ph type="subTitle" idx="1"/>
          </p:nvPr>
        </p:nvSpPr>
        <p:spPr>
          <a:xfrm>
            <a:off x="107504" y="980728"/>
            <a:ext cx="8928992" cy="4658072"/>
          </a:xfrm>
        </p:spPr>
        <p:txBody>
          <a:bodyPr>
            <a:normAutofit fontScale="77500" lnSpcReduction="20000"/>
          </a:bodyPr>
          <a:lstStyle/>
          <a:p>
            <a:pPr algn="r"/>
            <a:r>
              <a:rPr lang="he-IL" sz="2400" dirty="0" smtClean="0"/>
              <a:t> </a:t>
            </a:r>
          </a:p>
          <a:p>
            <a:r>
              <a:rPr lang="he-IL" sz="2400" b="1" dirty="0" smtClean="0">
                <a:solidFill>
                  <a:schemeClr val="tx2"/>
                </a:solidFill>
                <a:latin typeface="David" panose="020E0502060401010101" pitchFamily="34" charset="-79"/>
                <a:cs typeface="David" panose="020E0502060401010101" pitchFamily="34" charset="-79"/>
              </a:rPr>
              <a:t> בימות דיון סביב סוגיות שונות מסדר היום הציבורי // הדיון כמטרה או הדיון כמקדם כתיבה </a:t>
            </a:r>
          </a:p>
          <a:p>
            <a:pPr marL="342900" indent="-342900" algn="r">
              <a:buFont typeface="Wingdings" panose="05000000000000000000" pitchFamily="2" charset="2"/>
              <a:buChar char="Ø"/>
            </a:pPr>
            <a:endParaRPr lang="he-IL" sz="2400" dirty="0" smtClean="0">
              <a:solidFill>
                <a:schemeClr val="tx2"/>
              </a:solidFill>
              <a:latin typeface="David" panose="020E0502060401010101" pitchFamily="34" charset="-79"/>
              <a:cs typeface="David" panose="020E0502060401010101" pitchFamily="34" charset="-79"/>
            </a:endParaRPr>
          </a:p>
          <a:p>
            <a:pPr algn="r"/>
            <a:r>
              <a:rPr lang="he-IL" sz="2200" dirty="0" smtClean="0">
                <a:solidFill>
                  <a:schemeClr val="tx2"/>
                </a:solidFill>
                <a:latin typeface="David" panose="020E0502060401010101" pitchFamily="34" charset="-79"/>
                <a:cs typeface="David" panose="020E0502060401010101" pitchFamily="34" charset="-79"/>
              </a:rPr>
              <a:t> </a:t>
            </a:r>
            <a:r>
              <a:rPr lang="he-IL" sz="2200" b="1" dirty="0">
                <a:solidFill>
                  <a:schemeClr val="tx2"/>
                </a:solidFill>
                <a:hlinkClick r:id="rId2"/>
              </a:rPr>
              <a:t>רגב שוקלת קיום מצעד צבאי בחגיגות ה-70 לישראל</a:t>
            </a:r>
            <a:endParaRPr lang="he-IL" sz="2200" b="1" dirty="0">
              <a:solidFill>
                <a:schemeClr val="tx2"/>
              </a:solidFill>
            </a:endParaRPr>
          </a:p>
          <a:p>
            <a:pPr algn="l"/>
            <a:r>
              <a:rPr lang="he-IL" sz="2200" dirty="0" smtClean="0">
                <a:solidFill>
                  <a:schemeClr val="tx2"/>
                </a:solidFill>
                <a:hlinkClick r:id="rId3"/>
              </a:rPr>
              <a:t>מערכת </a:t>
            </a:r>
            <a:r>
              <a:rPr lang="he-IL" sz="2200" dirty="0">
                <a:solidFill>
                  <a:schemeClr val="tx2"/>
                </a:solidFill>
                <a:hlinkClick r:id="rId3"/>
              </a:rPr>
              <a:t>ערוץ 20</a:t>
            </a:r>
            <a:r>
              <a:rPr lang="he-IL" sz="2200" dirty="0">
                <a:solidFill>
                  <a:schemeClr val="tx2"/>
                </a:solidFill>
              </a:rPr>
              <a:t> 09/08/17 </a:t>
            </a:r>
            <a:r>
              <a:rPr lang="he-IL" sz="2200" dirty="0" smtClean="0">
                <a:solidFill>
                  <a:schemeClr val="tx2"/>
                </a:solidFill>
              </a:rPr>
              <a:t>22:26</a:t>
            </a:r>
          </a:p>
          <a:p>
            <a:pPr algn="l"/>
            <a:r>
              <a:rPr lang="he-IL" sz="2200" dirty="0">
                <a:solidFill>
                  <a:schemeClr val="tx2"/>
                </a:solidFill>
              </a:rPr>
              <a:t> </a:t>
            </a:r>
          </a:p>
          <a:p>
            <a:pPr algn="r"/>
            <a:r>
              <a:rPr lang="he-IL" sz="1900" dirty="0">
                <a:solidFill>
                  <a:schemeClr val="tx2"/>
                </a:solidFill>
                <a:hlinkClick r:id="rId2"/>
              </a:rPr>
              <a:t>"וואלה": לרגל חגיגות יום העצמאות ה-70 למדינת ישראל מסורת מצעדי צה"ל צפויה להתחדש. בתכנון - חיילים ברחובות הבירה, טנקים בטדי</a:t>
            </a:r>
            <a:endParaRPr lang="he-IL" sz="1900" dirty="0">
              <a:solidFill>
                <a:schemeClr val="tx2"/>
              </a:solidFill>
            </a:endParaRPr>
          </a:p>
          <a:p>
            <a:pPr algn="r"/>
            <a:endParaRPr lang="he-IL" sz="2200" dirty="0" smtClean="0">
              <a:solidFill>
                <a:schemeClr val="tx2"/>
              </a:solidFill>
              <a:latin typeface="David" panose="020E0502060401010101" pitchFamily="34" charset="-79"/>
              <a:cs typeface="David" panose="020E0502060401010101" pitchFamily="34" charset="-79"/>
            </a:endParaRPr>
          </a:p>
          <a:p>
            <a:pPr algn="r"/>
            <a:r>
              <a:rPr lang="he-IL" sz="2400" b="1" dirty="0" smtClean="0">
                <a:solidFill>
                  <a:schemeClr val="tx2"/>
                </a:solidFill>
                <a:latin typeface="David" panose="020E0502060401010101" pitchFamily="34" charset="-79"/>
                <a:cs typeface="David" panose="020E0502060401010101" pitchFamily="34" charset="-79"/>
              </a:rPr>
              <a:t>דיון בדילמות מתולדות המדינה:</a:t>
            </a:r>
          </a:p>
          <a:p>
            <a:pPr algn="r"/>
            <a:endParaRPr lang="he-IL" sz="2400" dirty="0" smtClean="0">
              <a:solidFill>
                <a:schemeClr val="tx2"/>
              </a:solidFill>
              <a:latin typeface="David" panose="020E0502060401010101" pitchFamily="34" charset="-79"/>
              <a:cs typeface="David" panose="020E0502060401010101" pitchFamily="34" charset="-79"/>
            </a:endParaRPr>
          </a:p>
          <a:p>
            <a:pPr algn="r"/>
            <a:r>
              <a:rPr lang="he-IL" sz="2400" dirty="0" smtClean="0">
                <a:solidFill>
                  <a:schemeClr val="tx2"/>
                </a:solidFill>
                <a:latin typeface="David" panose="020E0502060401010101" pitchFamily="34" charset="-79"/>
                <a:cs typeface="David" panose="020E0502060401010101" pitchFamily="34" charset="-79"/>
              </a:rPr>
              <a:t>גיוס חרדים לצה"ל</a:t>
            </a:r>
          </a:p>
          <a:p>
            <a:pPr algn="r"/>
            <a:r>
              <a:rPr lang="he-IL" sz="2400" dirty="0" smtClean="0">
                <a:solidFill>
                  <a:schemeClr val="tx2"/>
                </a:solidFill>
                <a:latin typeface="David" panose="020E0502060401010101" pitchFamily="34" charset="-79"/>
                <a:cs typeface="David" panose="020E0502060401010101" pitchFamily="34" charset="-79"/>
              </a:rPr>
              <a:t>שילוב בנות לוחמות ביחידות קרביות</a:t>
            </a:r>
          </a:p>
          <a:p>
            <a:pPr algn="r"/>
            <a:r>
              <a:rPr lang="he-IL" sz="2400" dirty="0" smtClean="0">
                <a:solidFill>
                  <a:schemeClr val="tx2"/>
                </a:solidFill>
                <a:latin typeface="David" panose="020E0502060401010101" pitchFamily="34" charset="-79"/>
                <a:cs typeface="David" panose="020E0502060401010101" pitchFamily="34" charset="-79"/>
              </a:rPr>
              <a:t>המעברות כפתרון לקליטת המוני העולים בשנות ה- 50 : ברכה או קללה?</a:t>
            </a:r>
          </a:p>
          <a:p>
            <a:pPr algn="r"/>
            <a:r>
              <a:rPr lang="he-IL" sz="2400" dirty="0" smtClean="0">
                <a:solidFill>
                  <a:schemeClr val="tx2"/>
                </a:solidFill>
                <a:latin typeface="David" panose="020E0502060401010101" pitchFamily="34" charset="-79"/>
                <a:cs typeface="David" panose="020E0502060401010101" pitchFamily="34" charset="-79"/>
              </a:rPr>
              <a:t>המחלוקת סביב הסכם השילומים עם גרמניה </a:t>
            </a:r>
          </a:p>
          <a:p>
            <a:pPr algn="r"/>
            <a:r>
              <a:rPr lang="he-IL" sz="2400" dirty="0" smtClean="0">
                <a:solidFill>
                  <a:schemeClr val="tx2"/>
                </a:solidFill>
                <a:latin typeface="David" panose="020E0502060401010101" pitchFamily="34" charset="-79"/>
                <a:cs typeface="David" panose="020E0502060401010101" pitchFamily="34" charset="-79"/>
              </a:rPr>
              <a:t>ביטול מבחני הכניסה לאוניברסיטאות </a:t>
            </a:r>
            <a:endParaRPr lang="he-IL" sz="2400" dirty="0">
              <a:solidFill>
                <a:schemeClr val="tx2"/>
              </a:solidFill>
              <a:latin typeface="David" panose="020E0502060401010101" pitchFamily="34" charset="-79"/>
              <a:cs typeface="David" panose="020E0502060401010101" pitchFamily="34" charset="-79"/>
            </a:endParaRPr>
          </a:p>
        </p:txBody>
      </p:sp>
      <p:sp>
        <p:nvSpPr>
          <p:cNvPr id="4" name="מציין מיקום של כותרת תחתונה 3"/>
          <p:cNvSpPr>
            <a:spLocks noGrp="1"/>
          </p:cNvSpPr>
          <p:nvPr>
            <p:ph type="ftr" sz="quarter" idx="11"/>
          </p:nvPr>
        </p:nvSpPr>
        <p:spPr/>
        <p:txBody>
          <a:bodyPr/>
          <a:lstStyle/>
          <a:p>
            <a:r>
              <a:rPr lang="he-IL" smtClean="0"/>
              <a:t>הבעה בעל פה והוראת העברית -  עדה מאורי  </a:t>
            </a:r>
            <a:endParaRPr lang="he-IL"/>
          </a:p>
        </p:txBody>
      </p:sp>
    </p:spTree>
    <p:extLst>
      <p:ext uri="{BB962C8B-B14F-4D97-AF65-F5344CB8AC3E}">
        <p14:creationId xmlns:p14="http://schemas.microsoft.com/office/powerpoint/2010/main" val="254153615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ctrTitle"/>
          </p:nvPr>
        </p:nvSpPr>
        <p:spPr>
          <a:xfrm>
            <a:off x="107504" y="21423"/>
            <a:ext cx="9001000" cy="815289"/>
          </a:xfrm>
        </p:spPr>
        <p:txBody>
          <a:bodyPr>
            <a:normAutofit/>
          </a:bodyPr>
          <a:lstStyle/>
          <a:p>
            <a:r>
              <a:rPr lang="he-IL" sz="4000" b="1" dirty="0" smtClean="0">
                <a:solidFill>
                  <a:schemeClr val="tx2"/>
                </a:solidFill>
                <a:latin typeface="David" panose="020E0502060401010101" pitchFamily="34" charset="-79"/>
                <a:cs typeface="David" panose="020E0502060401010101" pitchFamily="34" charset="-79"/>
              </a:rPr>
              <a:t>70 לעצמאות ישראל בתחומי דעת אחרים </a:t>
            </a:r>
            <a:endParaRPr lang="he-IL" sz="4000" b="1" dirty="0">
              <a:solidFill>
                <a:schemeClr val="tx2"/>
              </a:solidFill>
              <a:latin typeface="David" panose="020E0502060401010101" pitchFamily="34" charset="-79"/>
              <a:cs typeface="David" panose="020E0502060401010101" pitchFamily="34" charset="-79"/>
            </a:endParaRPr>
          </a:p>
        </p:txBody>
      </p:sp>
      <p:sp>
        <p:nvSpPr>
          <p:cNvPr id="3" name="כותרת משנה 2"/>
          <p:cNvSpPr>
            <a:spLocks noGrp="1"/>
          </p:cNvSpPr>
          <p:nvPr>
            <p:ph type="subTitle" idx="1"/>
          </p:nvPr>
        </p:nvSpPr>
        <p:spPr>
          <a:xfrm>
            <a:off x="179512" y="764704"/>
            <a:ext cx="8856984" cy="5976664"/>
          </a:xfrm>
        </p:spPr>
        <p:txBody>
          <a:bodyPr>
            <a:normAutofit lnSpcReduction="10000"/>
          </a:bodyPr>
          <a:lstStyle/>
          <a:p>
            <a:pPr algn="r"/>
            <a:r>
              <a:rPr lang="he-IL" sz="2400" b="1" dirty="0" smtClean="0">
                <a:solidFill>
                  <a:srgbClr val="C00000"/>
                </a:solidFill>
                <a:latin typeface="David" panose="020E0502060401010101" pitchFamily="34" charset="-79"/>
                <a:cs typeface="David" panose="020E0502060401010101" pitchFamily="34" charset="-79"/>
              </a:rPr>
              <a:t>תרבות ישראל </a:t>
            </a:r>
            <a:r>
              <a:rPr lang="he-IL" sz="2400" dirty="0" smtClean="0">
                <a:solidFill>
                  <a:schemeClr val="tx2"/>
                </a:solidFill>
                <a:latin typeface="David" panose="020E0502060401010101" pitchFamily="34" charset="-79"/>
                <a:cs typeface="David" panose="020E0502060401010101" pitchFamily="34" charset="-79"/>
              </a:rPr>
              <a:t>– </a:t>
            </a:r>
          </a:p>
          <a:p>
            <a:pPr algn="r"/>
            <a:r>
              <a:rPr lang="he-IL" sz="2400" dirty="0" smtClean="0">
                <a:solidFill>
                  <a:schemeClr val="tx2"/>
                </a:solidFill>
                <a:latin typeface="David" panose="020E0502060401010101" pitchFamily="34" charset="-79"/>
                <a:cs typeface="David" panose="020E0502060401010101" pitchFamily="34" charset="-79"/>
              </a:rPr>
              <a:t>        לכל רחוב יש שם ... דמויות מעוררות השראה (כיתה ז' )</a:t>
            </a:r>
          </a:p>
          <a:p>
            <a:pPr algn="r"/>
            <a:r>
              <a:rPr lang="he-IL" sz="2400" b="1" dirty="0" err="1" smtClean="0">
                <a:solidFill>
                  <a:srgbClr val="C00000"/>
                </a:solidFill>
                <a:latin typeface="David" panose="020E0502060401010101" pitchFamily="34" charset="-79"/>
                <a:cs typeface="David" panose="020E0502060401010101" pitchFamily="34" charset="-79"/>
              </a:rPr>
              <a:t>הסטוריה</a:t>
            </a:r>
            <a:endParaRPr lang="he-IL" sz="2400" dirty="0" smtClean="0">
              <a:solidFill>
                <a:schemeClr val="tx2"/>
              </a:solidFill>
              <a:latin typeface="David" panose="020E0502060401010101" pitchFamily="34" charset="-79"/>
              <a:cs typeface="David" panose="020E0502060401010101" pitchFamily="34" charset="-79"/>
            </a:endParaRPr>
          </a:p>
          <a:p>
            <a:pPr algn="r"/>
            <a:r>
              <a:rPr lang="he-IL" sz="2400" dirty="0" smtClean="0">
                <a:solidFill>
                  <a:schemeClr val="tx2"/>
                </a:solidFill>
                <a:latin typeface="David" panose="020E0502060401010101" pitchFamily="34" charset="-79"/>
                <a:cs typeface="David" panose="020E0502060401010101" pitchFamily="34" charset="-79"/>
              </a:rPr>
              <a:t>נאום בן גוריון- הכרזת המדינה</a:t>
            </a:r>
          </a:p>
          <a:p>
            <a:pPr algn="r"/>
            <a:r>
              <a:rPr lang="he-IL" sz="2400" dirty="0" smtClean="0">
                <a:solidFill>
                  <a:schemeClr val="tx2"/>
                </a:solidFill>
                <a:latin typeface="David" panose="020E0502060401010101" pitchFamily="34" charset="-79"/>
                <a:cs typeface="David" panose="020E0502060401010101" pitchFamily="34" charset="-79"/>
              </a:rPr>
              <a:t>נאומים מכוננים מתולדות המדינה ( ראה מאגר </a:t>
            </a:r>
            <a:r>
              <a:rPr lang="he-IL" sz="2400" dirty="0" err="1" smtClean="0">
                <a:solidFill>
                  <a:schemeClr val="tx2"/>
                </a:solidFill>
                <a:latin typeface="David" panose="020E0502060401010101" pitchFamily="34" charset="-79"/>
                <a:cs typeface="David" panose="020E0502060401010101" pitchFamily="34" charset="-79"/>
              </a:rPr>
              <a:t>ראמ"ה</a:t>
            </a:r>
            <a:r>
              <a:rPr lang="he-IL" sz="2400" dirty="0" smtClean="0">
                <a:solidFill>
                  <a:schemeClr val="tx2"/>
                </a:solidFill>
                <a:latin typeface="David" panose="020E0502060401010101" pitchFamily="34" charset="-79"/>
                <a:cs typeface="David" panose="020E0502060401010101" pitchFamily="34" charset="-79"/>
              </a:rPr>
              <a:t> – קטעי נאומים ) </a:t>
            </a:r>
            <a:endParaRPr lang="he-IL" sz="2400" dirty="0" smtClean="0">
              <a:solidFill>
                <a:schemeClr val="tx2"/>
              </a:solidFill>
              <a:latin typeface="David" panose="020E0502060401010101" pitchFamily="34" charset="-79"/>
              <a:cs typeface="David" panose="020E0502060401010101" pitchFamily="34" charset="-79"/>
            </a:endParaRPr>
          </a:p>
          <a:p>
            <a:pPr algn="r"/>
            <a:r>
              <a:rPr lang="he-IL" sz="2400" dirty="0" smtClean="0">
                <a:solidFill>
                  <a:schemeClr val="tx2"/>
                </a:solidFill>
                <a:latin typeface="David" panose="020E0502060401010101" pitchFamily="34" charset="-79"/>
                <a:cs typeface="David" panose="020E0502060401010101" pitchFamily="34" charset="-79"/>
                <a:hlinkClick r:id="rId3"/>
              </a:rPr>
              <a:t>הסכם השילומים עם גרמניה </a:t>
            </a:r>
            <a:endParaRPr lang="he-IL" sz="2400" dirty="0" smtClean="0">
              <a:solidFill>
                <a:schemeClr val="tx2"/>
              </a:solidFill>
              <a:latin typeface="David" panose="020E0502060401010101" pitchFamily="34" charset="-79"/>
              <a:cs typeface="David" panose="020E0502060401010101" pitchFamily="34" charset="-79"/>
            </a:endParaRPr>
          </a:p>
          <a:p>
            <a:pPr algn="r"/>
            <a:r>
              <a:rPr lang="he-IL" sz="2400" b="1" dirty="0" smtClean="0">
                <a:solidFill>
                  <a:srgbClr val="C00000"/>
                </a:solidFill>
                <a:latin typeface="David" panose="020E0502060401010101" pitchFamily="34" charset="-79"/>
                <a:cs typeface="David" panose="020E0502060401010101" pitchFamily="34" charset="-79"/>
              </a:rPr>
              <a:t>עברית </a:t>
            </a:r>
          </a:p>
          <a:p>
            <a:pPr marL="342900" indent="-342900" algn="r">
              <a:buFont typeface="Wingdings" panose="05000000000000000000" pitchFamily="2" charset="2"/>
              <a:buChar char="q"/>
            </a:pPr>
            <a:r>
              <a:rPr lang="he-IL" sz="2400" dirty="0" smtClean="0">
                <a:solidFill>
                  <a:schemeClr val="tx2"/>
                </a:solidFill>
                <a:latin typeface="David" panose="020E0502060401010101" pitchFamily="34" charset="-79"/>
                <a:cs typeface="David" panose="020E0502060401010101" pitchFamily="34" charset="-79"/>
              </a:rPr>
              <a:t>משימות אורייניות מתוקשבות : </a:t>
            </a:r>
          </a:p>
          <a:p>
            <a:pPr algn="r"/>
            <a:r>
              <a:rPr lang="he-IL" sz="2400" dirty="0" smtClean="0">
                <a:solidFill>
                  <a:schemeClr val="tx2"/>
                </a:solidFill>
                <a:latin typeface="David" panose="020E0502060401010101" pitchFamily="34" charset="-79"/>
                <a:cs typeface="David" panose="020E0502060401010101" pitchFamily="34" charset="-79"/>
              </a:rPr>
              <a:t>שטרות הכסף</a:t>
            </a:r>
          </a:p>
          <a:p>
            <a:pPr algn="r"/>
            <a:r>
              <a:rPr lang="he-IL" sz="2400" dirty="0" smtClean="0">
                <a:solidFill>
                  <a:schemeClr val="tx2"/>
                </a:solidFill>
                <a:latin typeface="David" panose="020E0502060401010101" pitchFamily="34" charset="-79"/>
                <a:cs typeface="David" panose="020E0502060401010101" pitchFamily="34" charset="-79"/>
              </a:rPr>
              <a:t>שביל ישראל </a:t>
            </a:r>
          </a:p>
          <a:p>
            <a:pPr algn="r"/>
            <a:r>
              <a:rPr lang="he-IL" sz="2400" dirty="0" smtClean="0">
                <a:solidFill>
                  <a:schemeClr val="tx2"/>
                </a:solidFill>
                <a:latin typeface="David" panose="020E0502060401010101" pitchFamily="34" charset="-79"/>
                <a:cs typeface="David" panose="020E0502060401010101" pitchFamily="34" charset="-79"/>
              </a:rPr>
              <a:t>רחוב על שם אישה </a:t>
            </a:r>
          </a:p>
          <a:p>
            <a:pPr marL="342900" indent="-342900" algn="r">
              <a:buFont typeface="Wingdings" panose="05000000000000000000" pitchFamily="2" charset="2"/>
              <a:buChar char="q"/>
            </a:pPr>
            <a:r>
              <a:rPr lang="he-IL" sz="2400" dirty="0" smtClean="0">
                <a:solidFill>
                  <a:schemeClr val="tx2"/>
                </a:solidFill>
                <a:latin typeface="David" panose="020E0502060401010101" pitchFamily="34" charset="-79"/>
                <a:cs typeface="David" panose="020E0502060401010101" pitchFamily="34" charset="-79"/>
              </a:rPr>
              <a:t>טקסטים מיחידות לימוד שונות :</a:t>
            </a:r>
          </a:p>
          <a:p>
            <a:pPr algn="r"/>
            <a:r>
              <a:rPr lang="he-IL" sz="2400" dirty="0" smtClean="0">
                <a:solidFill>
                  <a:schemeClr val="tx2"/>
                </a:solidFill>
                <a:latin typeface="David" panose="020E0502060401010101" pitchFamily="34" charset="-79"/>
                <a:cs typeface="David" panose="020E0502060401010101" pitchFamily="34" charset="-79"/>
              </a:rPr>
              <a:t>הדגל</a:t>
            </a:r>
          </a:p>
          <a:p>
            <a:pPr algn="r"/>
            <a:r>
              <a:rPr lang="he-IL" sz="2400" dirty="0" smtClean="0">
                <a:solidFill>
                  <a:schemeClr val="tx2"/>
                </a:solidFill>
                <a:latin typeface="David" panose="020E0502060401010101" pitchFamily="34" charset="-79"/>
                <a:cs typeface="David" panose="020E0502060401010101" pitchFamily="34" charset="-79"/>
              </a:rPr>
              <a:t>דוד בן גוריון </a:t>
            </a:r>
            <a:endParaRPr lang="he-IL" sz="2400" dirty="0">
              <a:solidFill>
                <a:schemeClr val="tx2"/>
              </a:solidFill>
              <a:latin typeface="David" panose="020E0502060401010101" pitchFamily="34" charset="-79"/>
              <a:cs typeface="David" panose="020E0502060401010101" pitchFamily="34" charset="-79"/>
            </a:endParaRPr>
          </a:p>
        </p:txBody>
      </p:sp>
      <p:sp>
        <p:nvSpPr>
          <p:cNvPr id="4" name="מציין מיקום של כותרת תחתונה 3"/>
          <p:cNvSpPr>
            <a:spLocks noGrp="1"/>
          </p:cNvSpPr>
          <p:nvPr>
            <p:ph type="ftr" sz="quarter" idx="11"/>
          </p:nvPr>
        </p:nvSpPr>
        <p:spPr/>
        <p:txBody>
          <a:bodyPr/>
          <a:lstStyle/>
          <a:p>
            <a:r>
              <a:rPr lang="he-IL" smtClean="0"/>
              <a:t>הבעה בעל פה והוראת העברית -  עדה מאורי  </a:t>
            </a:r>
            <a:endParaRPr lang="he-IL"/>
          </a:p>
        </p:txBody>
      </p:sp>
    </p:spTree>
    <p:extLst>
      <p:ext uri="{BB962C8B-B14F-4D97-AF65-F5344CB8AC3E}">
        <p14:creationId xmlns:p14="http://schemas.microsoft.com/office/powerpoint/2010/main" val="390502184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ctrTitle"/>
          </p:nvPr>
        </p:nvSpPr>
        <p:spPr>
          <a:xfrm>
            <a:off x="35496" y="21423"/>
            <a:ext cx="9073008" cy="1247337"/>
          </a:xfrm>
        </p:spPr>
        <p:txBody>
          <a:bodyPr/>
          <a:lstStyle/>
          <a:p>
            <a:endParaRPr lang="he-IL" dirty="0"/>
          </a:p>
        </p:txBody>
      </p:sp>
      <p:sp>
        <p:nvSpPr>
          <p:cNvPr id="3" name="כותרת משנה 2"/>
          <p:cNvSpPr>
            <a:spLocks noGrp="1"/>
          </p:cNvSpPr>
          <p:nvPr>
            <p:ph type="subTitle" idx="1"/>
          </p:nvPr>
        </p:nvSpPr>
        <p:spPr/>
        <p:txBody>
          <a:bodyPr/>
          <a:lstStyle/>
          <a:p>
            <a:endParaRPr lang="he-IL"/>
          </a:p>
        </p:txBody>
      </p:sp>
      <p:sp>
        <p:nvSpPr>
          <p:cNvPr id="4" name="מציין מיקום של כותרת תחתונה 3"/>
          <p:cNvSpPr>
            <a:spLocks noGrp="1"/>
          </p:cNvSpPr>
          <p:nvPr>
            <p:ph type="ftr" sz="quarter" idx="11"/>
          </p:nvPr>
        </p:nvSpPr>
        <p:spPr/>
        <p:txBody>
          <a:bodyPr/>
          <a:lstStyle/>
          <a:p>
            <a:r>
              <a:rPr lang="he-IL" smtClean="0"/>
              <a:t>הבעה בעל פה והוראת העברית -  עדה מאורי  </a:t>
            </a:r>
            <a:endParaRPr lang="he-IL"/>
          </a:p>
        </p:txBody>
      </p:sp>
    </p:spTree>
    <p:extLst>
      <p:ext uri="{BB962C8B-B14F-4D97-AF65-F5344CB8AC3E}">
        <p14:creationId xmlns:p14="http://schemas.microsoft.com/office/powerpoint/2010/main" val="3905021846"/>
      </p:ext>
    </p:extLst>
  </p:cSld>
  <p:clrMapOvr>
    <a:masterClrMapping/>
  </p:clrMapOvr>
  <p:timing>
    <p:tnLst>
      <p:par>
        <p:cTn id="1" dur="indefinite" restart="never" nodeType="tmRoot"/>
      </p:par>
    </p:tnLst>
  </p:timing>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1413</TotalTime>
  <Words>1175</Words>
  <Application>Microsoft Office PowerPoint</Application>
  <PresentationFormat>‫הצגה על המסך (4:3)</PresentationFormat>
  <Paragraphs>255</Paragraphs>
  <Slides>19</Slides>
  <Notes>2</Notes>
  <HiddenSlides>0</HiddenSlides>
  <MMClips>0</MMClips>
  <ScaleCrop>false</ScaleCrop>
  <HeadingPairs>
    <vt:vector size="4" baseType="variant">
      <vt:variant>
        <vt:lpstr>ערכת נושא</vt:lpstr>
      </vt:variant>
      <vt:variant>
        <vt:i4>1</vt:i4>
      </vt:variant>
      <vt:variant>
        <vt:lpstr>כותרות שקופיות</vt:lpstr>
      </vt:variant>
      <vt:variant>
        <vt:i4>19</vt:i4>
      </vt:variant>
    </vt:vector>
  </HeadingPairs>
  <TitlesOfParts>
    <vt:vector size="20" baseType="lpstr">
      <vt:lpstr>ערכת נושא Office</vt:lpstr>
      <vt:lpstr> 70 שנה לעצמאות מדינת ישראל 1948 - 2018 </vt:lpstr>
      <vt:lpstr>סיפורה של המדינה בשבעה עשורים</vt:lpstr>
      <vt:lpstr>מצגת של PowerPoint</vt:lpstr>
      <vt:lpstr>"נתיב האירועים – ישראל בת שבעים"</vt:lpstr>
      <vt:lpstr>סיפורה של המדינה דרך שיריה </vt:lpstr>
      <vt:lpstr>סיפורה של המדינה דרך שיריה – מבנה המצגת</vt:lpstr>
      <vt:lpstr>סיפורה של המדינה דרך נאומים מכוננים </vt:lpstr>
      <vt:lpstr>סיפורה של המדינה דרך נאומים מכוננים </vt:lpstr>
      <vt:lpstr>עיצוב כרזה ליום העצמאות ה- 70 למדינת ישראל</vt:lpstr>
      <vt:lpstr>פסיפס ישראלי </vt:lpstr>
      <vt:lpstr>פסיפס ישראלי </vt:lpstr>
      <vt:lpstr>פסיפס ישראלי – פורצי הדרך </vt:lpstr>
      <vt:lpstr>קום והתהלך בארץ </vt:lpstr>
      <vt:lpstr>קום והתהלך בארץ – לכבוד יום העצמאות ה- 70 למדינה </vt:lpstr>
      <vt:lpstr>הערכת משימת תכנון הטיול  לכבוד יום העצמאות ה- 70 למדינה</vt:lpstr>
      <vt:lpstr>הערכת משימת תכנון הטיול  לכבוד יום העצמאות ה- 70 למדינה</vt:lpstr>
      <vt:lpstr>דילמות ערכיות בתולדות המדינה</vt:lpstr>
      <vt:lpstr>70 לעצמאות ישראל בתחומי דעת אחרים </vt:lpstr>
      <vt:lpstr>מצגת של PowerPoint</vt:lpstr>
    </vt:vector>
  </TitlesOfParts>
  <Company>ISFAR</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Shlomom</dc:creator>
  <cp:lastModifiedBy>Shlomom</cp:lastModifiedBy>
  <cp:revision>55</cp:revision>
  <dcterms:created xsi:type="dcterms:W3CDTF">2017-10-18T13:59:40Z</dcterms:created>
  <dcterms:modified xsi:type="dcterms:W3CDTF">2018-02-14T10:36:20Z</dcterms:modified>
</cp:coreProperties>
</file>