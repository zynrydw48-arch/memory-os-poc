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883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1866" y="96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069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0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896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2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355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94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521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768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157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036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325F330F-AC35-4AC9-BE2B-89D82A579684}" type="datetimeFigureOut">
              <a:rPr lang="he-IL" smtClean="0"/>
              <a:t>י"ב/כסלו/תשפ"ב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/>
          <a:lstStyle/>
          <a:p>
            <a:fld id="{D582D351-7C0A-4279-878A-A6F9456B3B0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04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5449B8E0-613C-4F7D-8BEF-03F35FF7B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1863388"/>
            <a:ext cx="3494087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25BDF85-7CAD-4874-84DF-DBDCD6B5608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386513" y="11521982"/>
            <a:ext cx="359695" cy="341406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C055AEC9-1EB3-425E-9A7A-B29A6EBE73CA}"/>
              </a:ext>
            </a:extLst>
          </p:cNvPr>
          <p:cNvSpPr txBox="1"/>
          <p:nvPr userDrawn="1"/>
        </p:nvSpPr>
        <p:spPr>
          <a:xfrm>
            <a:off x="111792" y="11692685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000" dirty="0"/>
              <a:t>מחבר התמונה: </a:t>
            </a:r>
            <a:r>
              <a:rPr lang="en-US" sz="1000" dirty="0"/>
              <a:t>Sergio </a:t>
            </a:r>
            <a:r>
              <a:rPr lang="en-US" sz="1000" dirty="0" err="1"/>
              <a:t>Palao</a:t>
            </a:r>
            <a:r>
              <a:rPr lang="en-US" sz="1000" dirty="0"/>
              <a:t> </a:t>
            </a:r>
            <a:r>
              <a:rPr lang="he-IL" sz="1000" dirty="0"/>
              <a:t>מקור:  </a:t>
            </a:r>
            <a:r>
              <a:rPr lang="en-US" sz="1000" dirty="0"/>
              <a:t>ARASAAC (http://arasaac.org) </a:t>
            </a:r>
            <a:r>
              <a:rPr lang="he-IL" sz="1000" dirty="0"/>
              <a:t>רישיון:  </a:t>
            </a:r>
            <a:r>
              <a:rPr lang="en-US" sz="1000" dirty="0"/>
              <a:t>CC (BY-NC-SA) </a:t>
            </a:r>
            <a:r>
              <a:rPr lang="he-IL" sz="1000" dirty="0"/>
              <a:t>מחבר:  ...</a:t>
            </a:r>
          </a:p>
        </p:txBody>
      </p:sp>
    </p:spTree>
    <p:extLst>
      <p:ext uri="{BB962C8B-B14F-4D97-AF65-F5344CB8AC3E}">
        <p14:creationId xmlns:p14="http://schemas.microsoft.com/office/powerpoint/2010/main" val="86014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B697E578-A724-4734-8CB5-6C7CD7938557}"/>
              </a:ext>
            </a:extLst>
          </p:cNvPr>
          <p:cNvSpPr/>
          <p:nvPr/>
        </p:nvSpPr>
        <p:spPr>
          <a:xfrm>
            <a:off x="633246" y="2376888"/>
            <a:ext cx="6015445" cy="475162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05CF4CD-8E7A-4E39-A481-EA267769A58C}"/>
              </a:ext>
            </a:extLst>
          </p:cNvPr>
          <p:cNvSpPr/>
          <p:nvPr/>
        </p:nvSpPr>
        <p:spPr>
          <a:xfrm>
            <a:off x="585055" y="5809562"/>
            <a:ext cx="6015445" cy="4751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bg2">
                  <a:lumMod val="90000"/>
                </a:schemeClr>
              </a:gs>
            </a:gsLst>
            <a:lin ang="10800000" scaled="1"/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pic>
        <p:nvPicPr>
          <p:cNvPr id="14" name="תמונה 13" descr="תמונה שמכילה ציור, משחק&#10;&#10;התיאור נוצר באופן אוטומטי">
            <a:extLst>
              <a:ext uri="{FF2B5EF4-FFF2-40B4-BE49-F238E27FC236}">
                <a16:creationId xmlns:a16="http://schemas.microsoft.com/office/drawing/2014/main" id="{8C2F8494-19C2-492E-8A75-94025B66D44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310" y="5108426"/>
            <a:ext cx="607500" cy="607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תמונה 15" descr="תמונה שמכילה ציור&#10;&#10;התיאור נוצר באופן אוטומטי">
            <a:extLst>
              <a:ext uri="{FF2B5EF4-FFF2-40B4-BE49-F238E27FC236}">
                <a16:creationId xmlns:a16="http://schemas.microsoft.com/office/drawing/2014/main" id="{84FE99A2-C767-4603-9283-31762338B61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52" y="5093410"/>
            <a:ext cx="607500" cy="607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9AC35E0C-CB3C-480B-8F29-42D90E64A926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903" y="5113006"/>
            <a:ext cx="607500" cy="607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80D9E94C-0BF2-48EC-9057-8DE2E35BC3F2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781" y="5125150"/>
            <a:ext cx="607500" cy="607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תמונה 21" descr="תמונה שמכילה ציור&#10;&#10;התיאור נוצר באופן אוטומטי">
            <a:extLst>
              <a:ext uri="{FF2B5EF4-FFF2-40B4-BE49-F238E27FC236}">
                <a16:creationId xmlns:a16="http://schemas.microsoft.com/office/drawing/2014/main" id="{B1198A05-4B29-48BF-B470-50540EA1F8EB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253" y="5108107"/>
            <a:ext cx="607500" cy="607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7" name="מלבן 26">
            <a:extLst>
              <a:ext uri="{FF2B5EF4-FFF2-40B4-BE49-F238E27FC236}">
                <a16:creationId xmlns:a16="http://schemas.microsoft.com/office/drawing/2014/main" id="{F80963A0-D2F9-4140-8842-D5988658356F}"/>
              </a:ext>
            </a:extLst>
          </p:cNvPr>
          <p:cNvSpPr/>
          <p:nvPr/>
        </p:nvSpPr>
        <p:spPr>
          <a:xfrm>
            <a:off x="633246" y="9204505"/>
            <a:ext cx="6015445" cy="4751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0800000" scaled="1"/>
          </a:gra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/>
          </a:p>
        </p:txBody>
      </p:sp>
      <p:pic>
        <p:nvPicPr>
          <p:cNvPr id="32" name="תמונה 31" descr="תמונה שמכילה ציור&#10;&#10;התיאור נוצר באופן אוטומטי">
            <a:extLst>
              <a:ext uri="{FF2B5EF4-FFF2-40B4-BE49-F238E27FC236}">
                <a16:creationId xmlns:a16="http://schemas.microsoft.com/office/drawing/2014/main" id="{488A74CC-E558-4456-AF1F-D22768327B6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717" y="8511526"/>
            <a:ext cx="576000" cy="576000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863E82D2-3202-45D2-B3FC-CC783129E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9634" y="127041"/>
            <a:ext cx="720000" cy="720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5D6C393-1555-4E36-A485-3824A83A2D05}"/>
              </a:ext>
            </a:extLst>
          </p:cNvPr>
          <p:cNvSpPr txBox="1"/>
          <p:nvPr/>
        </p:nvSpPr>
        <p:spPr>
          <a:xfrm>
            <a:off x="2728452" y="723495"/>
            <a:ext cx="20489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מה  מזג האוויר היום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01EC77A8-AE2B-4EE4-A019-C611847603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1857" y="133096"/>
            <a:ext cx="720000" cy="720000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92B8AC9A-F003-447A-8F93-31E1D0414A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2434" y="1077440"/>
            <a:ext cx="720000" cy="720000"/>
          </a:xfrm>
          <a:prstGeom prst="rect">
            <a:avLst/>
          </a:prstGeom>
        </p:spPr>
      </p:pic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BE4A65BA-D31B-43F4-B7B0-22A0FD9BBED0}"/>
              </a:ext>
            </a:extLst>
          </p:cNvPr>
          <p:cNvSpPr txBox="1"/>
          <p:nvPr/>
        </p:nvSpPr>
        <p:spPr>
          <a:xfrm>
            <a:off x="2728452" y="1659752"/>
            <a:ext cx="222689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מה  הטמפרטורה היום</a:t>
            </a: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E675D9E0-94CE-41CC-8012-413C360B1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4501" y="1482986"/>
            <a:ext cx="720000" cy="720000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0D415152-FAB5-406C-BA6F-562E6C642F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75" y="1482986"/>
            <a:ext cx="720000" cy="720000"/>
          </a:xfrm>
          <a:prstGeom prst="rect">
            <a:avLst/>
          </a:prstGeom>
        </p:spPr>
      </p:pic>
      <p:pic>
        <p:nvPicPr>
          <p:cNvPr id="29" name="תמונה 28">
            <a:extLst>
              <a:ext uri="{FF2B5EF4-FFF2-40B4-BE49-F238E27FC236}">
                <a16:creationId xmlns:a16="http://schemas.microsoft.com/office/drawing/2014/main" id="{002A7144-9DD3-42CA-9E47-57B1EEDFD9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0834" y="4059396"/>
            <a:ext cx="720000" cy="720000"/>
          </a:xfrm>
          <a:prstGeom prst="rect">
            <a:avLst/>
          </a:prstGeom>
        </p:spPr>
      </p:pic>
      <p:pic>
        <p:nvPicPr>
          <p:cNvPr id="33" name="תמונה 32">
            <a:extLst>
              <a:ext uri="{FF2B5EF4-FFF2-40B4-BE49-F238E27FC236}">
                <a16:creationId xmlns:a16="http://schemas.microsoft.com/office/drawing/2014/main" id="{FA297117-D9B2-4A15-9BD0-D14C43B88A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46358" y="7697171"/>
            <a:ext cx="720000" cy="720000"/>
          </a:xfrm>
          <a:prstGeom prst="rect">
            <a:avLst/>
          </a:prstGeom>
        </p:spPr>
      </p:pic>
      <p:pic>
        <p:nvPicPr>
          <p:cNvPr id="35" name="תמונה 34">
            <a:extLst>
              <a:ext uri="{FF2B5EF4-FFF2-40B4-BE49-F238E27FC236}">
                <a16:creationId xmlns:a16="http://schemas.microsoft.com/office/drawing/2014/main" id="{7904723E-B87C-4AAA-946A-BA732B36A2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402" y="841717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3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95">
            <a:extLst>
              <a:ext uri="{FF2B5EF4-FFF2-40B4-BE49-F238E27FC236}">
                <a16:creationId xmlns:a16="http://schemas.microsoft.com/office/drawing/2014/main" id="{79133830-8EE7-4DD1-A5A7-D17F213BDBE3}"/>
              </a:ext>
            </a:extLst>
          </p:cNvPr>
          <p:cNvSpPr/>
          <p:nvPr/>
        </p:nvSpPr>
        <p:spPr>
          <a:xfrm>
            <a:off x="634035" y="265849"/>
            <a:ext cx="2519870" cy="2520041"/>
          </a:xfrm>
          <a:custGeom>
            <a:avLst/>
            <a:gdLst/>
            <a:ahLst/>
            <a:cxnLst/>
            <a:rect l="0" t="0" r="0" b="0"/>
            <a:pathLst>
              <a:path w="2520061" h="2520061">
                <a:moveTo>
                  <a:pt x="0" y="2520061"/>
                </a:moveTo>
                <a:lnTo>
                  <a:pt x="2520061" y="2520061"/>
                </a:lnTo>
                <a:lnTo>
                  <a:pt x="2520061" y="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 algn="ctr">
            <a:solidFill>
              <a:srgbClr val="2F66FC"/>
            </a:solidFill>
            <a:custDash>
              <a:ds d="225000" sp="225000"/>
            </a:custDash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Picture 297">
            <a:extLst>
              <a:ext uri="{FF2B5EF4-FFF2-40B4-BE49-F238E27FC236}">
                <a16:creationId xmlns:a16="http://schemas.microsoft.com/office/drawing/2014/main" id="{86971B95-106D-4DED-A479-395D99F55C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10893" y="265849"/>
            <a:ext cx="2519870" cy="2520041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AC1ED81-7BF5-4A89-81A3-DA8649FEA573}"/>
              </a:ext>
            </a:extLst>
          </p:cNvPr>
          <p:cNvSpPr txBox="1"/>
          <p:nvPr/>
        </p:nvSpPr>
        <p:spPr>
          <a:xfrm>
            <a:off x="4232535" y="2663155"/>
            <a:ext cx="22765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 b="1" dirty="0"/>
              <a:t>מה מזג האוויר היום 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6D2C499-C2AF-4B53-86E1-AAB7342F453F}"/>
              </a:ext>
            </a:extLst>
          </p:cNvPr>
          <p:cNvSpPr txBox="1"/>
          <p:nvPr/>
        </p:nvSpPr>
        <p:spPr>
          <a:xfrm>
            <a:off x="3667850" y="4998082"/>
            <a:ext cx="2962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מה</a:t>
            </a:r>
            <a:r>
              <a:rPr lang="he-IL" dirty="0"/>
              <a:t> 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לובשים</a:t>
            </a:r>
            <a:r>
              <a:rPr lang="he-IL" dirty="0"/>
              <a:t> 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היום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F7C1393-1EB5-4C97-AFA7-B9A8C9EAD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850" y="3248378"/>
            <a:ext cx="2962913" cy="1749704"/>
          </a:xfrm>
          <a:prstGeom prst="rect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</p:pic>
      <p:sp>
        <p:nvSpPr>
          <p:cNvPr id="12" name="Shape 295">
            <a:extLst>
              <a:ext uri="{FF2B5EF4-FFF2-40B4-BE49-F238E27FC236}">
                <a16:creationId xmlns:a16="http://schemas.microsoft.com/office/drawing/2014/main" id="{29B4DF30-5123-4F25-A01E-785F6E738209}"/>
              </a:ext>
            </a:extLst>
          </p:cNvPr>
          <p:cNvSpPr/>
          <p:nvPr/>
        </p:nvSpPr>
        <p:spPr>
          <a:xfrm>
            <a:off x="4110893" y="6323104"/>
            <a:ext cx="2519870" cy="2520041"/>
          </a:xfrm>
          <a:custGeom>
            <a:avLst/>
            <a:gdLst/>
            <a:ahLst/>
            <a:cxnLst/>
            <a:rect l="0" t="0" r="0" b="0"/>
            <a:pathLst>
              <a:path w="2520061" h="2520061">
                <a:moveTo>
                  <a:pt x="0" y="2520061"/>
                </a:moveTo>
                <a:lnTo>
                  <a:pt x="2520061" y="2520061"/>
                </a:lnTo>
                <a:lnTo>
                  <a:pt x="2520061" y="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 algn="ctr">
            <a:solidFill>
              <a:srgbClr val="2F66FC"/>
            </a:solidFill>
            <a:custDash>
              <a:ds d="225000" sp="225000"/>
            </a:custDash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Shape 295">
            <a:extLst>
              <a:ext uri="{FF2B5EF4-FFF2-40B4-BE49-F238E27FC236}">
                <a16:creationId xmlns:a16="http://schemas.microsoft.com/office/drawing/2014/main" id="{E8AA167C-DDC1-4F76-B039-BD4F370B9BB6}"/>
              </a:ext>
            </a:extLst>
          </p:cNvPr>
          <p:cNvSpPr/>
          <p:nvPr/>
        </p:nvSpPr>
        <p:spPr>
          <a:xfrm>
            <a:off x="634035" y="6323104"/>
            <a:ext cx="2519870" cy="2520041"/>
          </a:xfrm>
          <a:custGeom>
            <a:avLst/>
            <a:gdLst/>
            <a:ahLst/>
            <a:cxnLst/>
            <a:rect l="0" t="0" r="0" b="0"/>
            <a:pathLst>
              <a:path w="2520061" h="2520061">
                <a:moveTo>
                  <a:pt x="0" y="2520061"/>
                </a:moveTo>
                <a:lnTo>
                  <a:pt x="2520061" y="2520061"/>
                </a:lnTo>
                <a:lnTo>
                  <a:pt x="2520061" y="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 algn="ctr">
            <a:solidFill>
              <a:srgbClr val="2F66FC"/>
            </a:solidFill>
            <a:custDash>
              <a:ds d="225000" sp="225000"/>
            </a:custDash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Shape 295">
            <a:extLst>
              <a:ext uri="{FF2B5EF4-FFF2-40B4-BE49-F238E27FC236}">
                <a16:creationId xmlns:a16="http://schemas.microsoft.com/office/drawing/2014/main" id="{D8798E77-B535-4A0C-AA7B-AA20D22C661E}"/>
              </a:ext>
            </a:extLst>
          </p:cNvPr>
          <p:cNvSpPr/>
          <p:nvPr/>
        </p:nvSpPr>
        <p:spPr>
          <a:xfrm>
            <a:off x="4110893" y="9035308"/>
            <a:ext cx="2519870" cy="2520041"/>
          </a:xfrm>
          <a:custGeom>
            <a:avLst/>
            <a:gdLst/>
            <a:ahLst/>
            <a:cxnLst/>
            <a:rect l="0" t="0" r="0" b="0"/>
            <a:pathLst>
              <a:path w="2520061" h="2520061">
                <a:moveTo>
                  <a:pt x="0" y="2520061"/>
                </a:moveTo>
                <a:lnTo>
                  <a:pt x="2520061" y="2520061"/>
                </a:lnTo>
                <a:lnTo>
                  <a:pt x="2520061" y="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 algn="ctr">
            <a:solidFill>
              <a:srgbClr val="2F66FC"/>
            </a:solidFill>
            <a:custDash>
              <a:ds d="225000" sp="225000"/>
            </a:custDash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Shape 295">
            <a:extLst>
              <a:ext uri="{FF2B5EF4-FFF2-40B4-BE49-F238E27FC236}">
                <a16:creationId xmlns:a16="http://schemas.microsoft.com/office/drawing/2014/main" id="{0C4A9059-192A-4926-840A-3255B9511A7F}"/>
              </a:ext>
            </a:extLst>
          </p:cNvPr>
          <p:cNvSpPr/>
          <p:nvPr/>
        </p:nvSpPr>
        <p:spPr>
          <a:xfrm>
            <a:off x="634035" y="9035307"/>
            <a:ext cx="2519870" cy="2520041"/>
          </a:xfrm>
          <a:custGeom>
            <a:avLst/>
            <a:gdLst/>
            <a:ahLst/>
            <a:cxnLst/>
            <a:rect l="0" t="0" r="0" b="0"/>
            <a:pathLst>
              <a:path w="2520061" h="2520061">
                <a:moveTo>
                  <a:pt x="0" y="2520061"/>
                </a:moveTo>
                <a:lnTo>
                  <a:pt x="2520061" y="2520061"/>
                </a:lnTo>
                <a:lnTo>
                  <a:pt x="2520061" y="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 algn="ctr">
            <a:solidFill>
              <a:srgbClr val="2F66FC"/>
            </a:solidFill>
            <a:custDash>
              <a:ds d="225000" sp="225000"/>
            </a:custDash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1577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חץ: למטה 1">
            <a:extLst>
              <a:ext uri="{FF2B5EF4-FFF2-40B4-BE49-F238E27FC236}">
                <a16:creationId xmlns:a16="http://schemas.microsoft.com/office/drawing/2014/main" id="{CDA66371-A294-43C8-8948-4C938C734841}"/>
              </a:ext>
            </a:extLst>
          </p:cNvPr>
          <p:cNvSpPr/>
          <p:nvPr/>
        </p:nvSpPr>
        <p:spPr>
          <a:xfrm rot="10800000">
            <a:off x="5776957" y="2114869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CFCA5943-7B47-409B-8E61-68131371C715}"/>
              </a:ext>
            </a:extLst>
          </p:cNvPr>
          <p:cNvSpPr/>
          <p:nvPr/>
        </p:nvSpPr>
        <p:spPr>
          <a:xfrm rot="10800000">
            <a:off x="5314058" y="2096354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5" name="חץ: למטה 4">
            <a:extLst>
              <a:ext uri="{FF2B5EF4-FFF2-40B4-BE49-F238E27FC236}">
                <a16:creationId xmlns:a16="http://schemas.microsoft.com/office/drawing/2014/main" id="{03DA27ED-2523-443D-B355-DF62A2B3A4CB}"/>
              </a:ext>
            </a:extLst>
          </p:cNvPr>
          <p:cNvSpPr/>
          <p:nvPr/>
        </p:nvSpPr>
        <p:spPr>
          <a:xfrm rot="10800000">
            <a:off x="4868251" y="2112023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6" name="חץ: למטה 5">
            <a:extLst>
              <a:ext uri="{FF2B5EF4-FFF2-40B4-BE49-F238E27FC236}">
                <a16:creationId xmlns:a16="http://schemas.microsoft.com/office/drawing/2014/main" id="{FD75EF01-BB7A-478F-9752-4D42D1F7D010}"/>
              </a:ext>
            </a:extLst>
          </p:cNvPr>
          <p:cNvSpPr/>
          <p:nvPr/>
        </p:nvSpPr>
        <p:spPr>
          <a:xfrm rot="10800000">
            <a:off x="4388260" y="2110600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7" name="חץ: למטה 6">
            <a:extLst>
              <a:ext uri="{FF2B5EF4-FFF2-40B4-BE49-F238E27FC236}">
                <a16:creationId xmlns:a16="http://schemas.microsoft.com/office/drawing/2014/main" id="{42F7E382-7538-4066-A6B9-53FF0BDAF27B}"/>
              </a:ext>
            </a:extLst>
          </p:cNvPr>
          <p:cNvSpPr/>
          <p:nvPr/>
        </p:nvSpPr>
        <p:spPr>
          <a:xfrm rot="10800000">
            <a:off x="3925361" y="2109177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8" name="חץ: למטה 7">
            <a:extLst>
              <a:ext uri="{FF2B5EF4-FFF2-40B4-BE49-F238E27FC236}">
                <a16:creationId xmlns:a16="http://schemas.microsoft.com/office/drawing/2014/main" id="{CFE2CBB1-C10E-464D-9090-A556DBF0D77D}"/>
              </a:ext>
            </a:extLst>
          </p:cNvPr>
          <p:cNvSpPr/>
          <p:nvPr/>
        </p:nvSpPr>
        <p:spPr>
          <a:xfrm rot="10800000">
            <a:off x="3479554" y="2109178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16" name="חץ: למטה 15">
            <a:extLst>
              <a:ext uri="{FF2B5EF4-FFF2-40B4-BE49-F238E27FC236}">
                <a16:creationId xmlns:a16="http://schemas.microsoft.com/office/drawing/2014/main" id="{8B1717A7-BC3E-4501-9726-BCDCE6CADA69}"/>
              </a:ext>
            </a:extLst>
          </p:cNvPr>
          <p:cNvSpPr/>
          <p:nvPr/>
        </p:nvSpPr>
        <p:spPr>
          <a:xfrm rot="10800000">
            <a:off x="2999562" y="2114869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17" name="חץ: למטה 16">
            <a:extLst>
              <a:ext uri="{FF2B5EF4-FFF2-40B4-BE49-F238E27FC236}">
                <a16:creationId xmlns:a16="http://schemas.microsoft.com/office/drawing/2014/main" id="{55D009A2-005D-45E5-8855-141CDADEE1A8}"/>
              </a:ext>
            </a:extLst>
          </p:cNvPr>
          <p:cNvSpPr/>
          <p:nvPr/>
        </p:nvSpPr>
        <p:spPr>
          <a:xfrm rot="10800000">
            <a:off x="2536663" y="2096354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18" name="חץ: למטה 17">
            <a:extLst>
              <a:ext uri="{FF2B5EF4-FFF2-40B4-BE49-F238E27FC236}">
                <a16:creationId xmlns:a16="http://schemas.microsoft.com/office/drawing/2014/main" id="{3256E7EB-6827-4FE3-BCD4-4DA503FC9BDF}"/>
              </a:ext>
            </a:extLst>
          </p:cNvPr>
          <p:cNvSpPr/>
          <p:nvPr/>
        </p:nvSpPr>
        <p:spPr>
          <a:xfrm rot="10800000">
            <a:off x="2090856" y="2112023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19" name="חץ: למטה 18">
            <a:extLst>
              <a:ext uri="{FF2B5EF4-FFF2-40B4-BE49-F238E27FC236}">
                <a16:creationId xmlns:a16="http://schemas.microsoft.com/office/drawing/2014/main" id="{4A76390C-DA2E-4B49-B06B-35DD15044D03}"/>
              </a:ext>
            </a:extLst>
          </p:cNvPr>
          <p:cNvSpPr/>
          <p:nvPr/>
        </p:nvSpPr>
        <p:spPr>
          <a:xfrm rot="10800000">
            <a:off x="1610865" y="2110600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20" name="חץ: למטה 19">
            <a:extLst>
              <a:ext uri="{FF2B5EF4-FFF2-40B4-BE49-F238E27FC236}">
                <a16:creationId xmlns:a16="http://schemas.microsoft.com/office/drawing/2014/main" id="{FE892605-671C-4F61-A0F0-3A1BB5637255}"/>
              </a:ext>
            </a:extLst>
          </p:cNvPr>
          <p:cNvSpPr/>
          <p:nvPr/>
        </p:nvSpPr>
        <p:spPr>
          <a:xfrm rot="10800000">
            <a:off x="1147966" y="2109177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sp>
        <p:nvSpPr>
          <p:cNvPr id="21" name="חץ: למטה 20">
            <a:extLst>
              <a:ext uri="{FF2B5EF4-FFF2-40B4-BE49-F238E27FC236}">
                <a16:creationId xmlns:a16="http://schemas.microsoft.com/office/drawing/2014/main" id="{1E3AB2E8-F5A5-469A-B99F-35F654D542A0}"/>
              </a:ext>
            </a:extLst>
          </p:cNvPr>
          <p:cNvSpPr/>
          <p:nvPr/>
        </p:nvSpPr>
        <p:spPr>
          <a:xfrm rot="10800000">
            <a:off x="702159" y="2109178"/>
            <a:ext cx="374932" cy="713788"/>
          </a:xfrm>
          <a:prstGeom prst="downArrow">
            <a:avLst/>
          </a:prstGeom>
          <a:solidFill>
            <a:srgbClr val="92D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 sz="1013" dirty="0"/>
          </a:p>
        </p:txBody>
      </p:sp>
      <p:pic>
        <p:nvPicPr>
          <p:cNvPr id="15" name="Picture 360">
            <a:extLst>
              <a:ext uri="{FF2B5EF4-FFF2-40B4-BE49-F238E27FC236}">
                <a16:creationId xmlns:a16="http://schemas.microsoft.com/office/drawing/2014/main" id="{A228A3EC-7515-40D2-A4AE-C61C51E6CD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53599" y="8874762"/>
            <a:ext cx="2519982" cy="2519680"/>
          </a:xfrm>
          <a:prstGeom prst="rect">
            <a:avLst/>
          </a:prstGeom>
        </p:spPr>
      </p:pic>
      <p:pic>
        <p:nvPicPr>
          <p:cNvPr id="22" name="Picture 362">
            <a:extLst>
              <a:ext uri="{FF2B5EF4-FFF2-40B4-BE49-F238E27FC236}">
                <a16:creationId xmlns:a16="http://schemas.microsoft.com/office/drawing/2014/main" id="{BFDE43BB-AE96-4142-B5B5-58095392B6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34521" y="6182361"/>
            <a:ext cx="2519982" cy="2519680"/>
          </a:xfrm>
          <a:prstGeom prst="rect">
            <a:avLst/>
          </a:prstGeom>
        </p:spPr>
      </p:pic>
      <p:pic>
        <p:nvPicPr>
          <p:cNvPr id="23" name="Picture 370">
            <a:extLst>
              <a:ext uri="{FF2B5EF4-FFF2-40B4-BE49-F238E27FC236}">
                <a16:creationId xmlns:a16="http://schemas.microsoft.com/office/drawing/2014/main" id="{14C8F414-64A0-4EBE-804C-DBA09BEEC13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12827" y="3489960"/>
            <a:ext cx="2519982" cy="2519680"/>
          </a:xfrm>
          <a:prstGeom prst="rect">
            <a:avLst/>
          </a:prstGeom>
        </p:spPr>
      </p:pic>
      <p:pic>
        <p:nvPicPr>
          <p:cNvPr id="25" name="Picture 364">
            <a:extLst>
              <a:ext uri="{FF2B5EF4-FFF2-40B4-BE49-F238E27FC236}">
                <a16:creationId xmlns:a16="http://schemas.microsoft.com/office/drawing/2014/main" id="{FC702B4B-2905-4755-8385-5D55F70AF49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11979" y="3489960"/>
            <a:ext cx="2519875" cy="2519680"/>
          </a:xfrm>
          <a:prstGeom prst="rect">
            <a:avLst/>
          </a:prstGeom>
        </p:spPr>
      </p:pic>
      <p:pic>
        <p:nvPicPr>
          <p:cNvPr id="26" name="Picture 366">
            <a:extLst>
              <a:ext uri="{FF2B5EF4-FFF2-40B4-BE49-F238E27FC236}">
                <a16:creationId xmlns:a16="http://schemas.microsoft.com/office/drawing/2014/main" id="{A99EF50F-BB4A-411A-83BF-06DAFD73500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59678" y="6182361"/>
            <a:ext cx="2519875" cy="2519680"/>
          </a:xfrm>
          <a:prstGeom prst="rect">
            <a:avLst/>
          </a:prstGeom>
        </p:spPr>
      </p:pic>
      <p:pic>
        <p:nvPicPr>
          <p:cNvPr id="27" name="Picture 368">
            <a:extLst>
              <a:ext uri="{FF2B5EF4-FFF2-40B4-BE49-F238E27FC236}">
                <a16:creationId xmlns:a16="http://schemas.microsoft.com/office/drawing/2014/main" id="{BD86CFF1-D209-4426-A5D3-F1E7F2356871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59677" y="8874762"/>
            <a:ext cx="2519875" cy="251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4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5D65F03-F972-4BC7-AB8D-6D67E3735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01" y="7627277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9070B196-605E-4D46-ACF8-BC0AA7D27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7" y="7627277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0620C1D7-833E-4373-AE1F-57C21EBCB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723" y="7627277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9AF57881-4E57-492F-96BB-311F8942A7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50" y="2866591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2FCCF3E8-4E34-4DCC-9B03-5EFB81630C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526" y="2866145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D50AFFB1-6B91-4133-AB50-8FE6D3C9F8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7" y="2866145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04745922-8079-45FE-8F62-F1BA85277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7" y="5246711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תמונה 18" descr="תמונה שמכילה מכנסיים&#10;&#10;התיאור נוצר באופן אוטומטי">
            <a:extLst>
              <a:ext uri="{FF2B5EF4-FFF2-40B4-BE49-F238E27FC236}">
                <a16:creationId xmlns:a16="http://schemas.microsoft.com/office/drawing/2014/main" id="{DF18E9A7-2978-4A08-AA74-A70FF4276B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00" y="5246711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תמונה 20" descr="תמונה שמכילה גרפיקה וקטורית, אור&#10;&#10;התיאור נוצר באופן אוטומטי">
            <a:extLst>
              <a:ext uri="{FF2B5EF4-FFF2-40B4-BE49-F238E27FC236}">
                <a16:creationId xmlns:a16="http://schemas.microsoft.com/office/drawing/2014/main" id="{76D2FB8A-0FFA-4CF7-86FA-89664A90BA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933" y="5246711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5FE8D40E-46E2-4490-9A70-28E671D000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933" y="485579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5" name="תמונה 24">
            <a:extLst>
              <a:ext uri="{FF2B5EF4-FFF2-40B4-BE49-F238E27FC236}">
                <a16:creationId xmlns:a16="http://schemas.microsoft.com/office/drawing/2014/main" id="{C1AFA79D-E803-4FFF-A5B8-8E7C1850A4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7" y="485579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  <p:pic>
        <p:nvPicPr>
          <p:cNvPr id="27" name="תמונה 26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76890078-AFDD-41CE-B9CA-7E89EEACB9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50" y="485579"/>
            <a:ext cx="2160000" cy="2160000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413239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882</TotalTime>
  <Words>14</Words>
  <Application>Microsoft Office PowerPoint</Application>
  <PresentationFormat>מסך רחב</PresentationFormat>
  <Paragraphs>4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פאינה פאני יצחק</dc:creator>
  <cp:lastModifiedBy>פאני יצחק</cp:lastModifiedBy>
  <cp:revision>11</cp:revision>
  <dcterms:created xsi:type="dcterms:W3CDTF">2019-11-09T11:58:16Z</dcterms:created>
  <dcterms:modified xsi:type="dcterms:W3CDTF">2021-11-16T18:10:43Z</dcterms:modified>
</cp:coreProperties>
</file>